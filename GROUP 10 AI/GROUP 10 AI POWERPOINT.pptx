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8"/>
  </p:notesMasterIdLst>
  <p:sldIdLst>
    <p:sldId id="256" r:id="rId2"/>
    <p:sldId id="258" r:id="rId3"/>
    <p:sldId id="259" r:id="rId4"/>
    <p:sldId id="257" r:id="rId5"/>
    <p:sldId id="314" r:id="rId6"/>
    <p:sldId id="315" r:id="rId7"/>
    <p:sldId id="311" r:id="rId8"/>
    <p:sldId id="320" r:id="rId9"/>
    <p:sldId id="321" r:id="rId10"/>
    <p:sldId id="316" r:id="rId11"/>
    <p:sldId id="312" r:id="rId12"/>
    <p:sldId id="317" r:id="rId13"/>
    <p:sldId id="318" r:id="rId14"/>
    <p:sldId id="313" r:id="rId15"/>
    <p:sldId id="319" r:id="rId16"/>
    <p:sldId id="264" r:id="rId17"/>
  </p:sldIdLst>
  <p:sldSz cx="9144000" cy="5143500" type="screen16x9"/>
  <p:notesSz cx="6858000" cy="9144000"/>
  <p:embeddedFontLst>
    <p:embeddedFont>
      <p:font typeface="Montserrat" panose="020B0604020202020204" pitchFamily="2" charset="0"/>
      <p:regular r:id="rId19"/>
      <p:bold r:id="rId20"/>
      <p:italic r:id="rId21"/>
      <p:boldItalic r:id="rId22"/>
    </p:embeddedFont>
    <p:embeddedFont>
      <p:font typeface="Montserrat ExtraBold" panose="020B0604020202020204" pitchFamily="2" charset="0"/>
      <p:bold r:id="rId23"/>
      <p:boldItalic r:id="rId24"/>
    </p:embeddedFont>
    <p:embeddedFont>
      <p:font typeface="Montserrat Medium" panose="020B0604020202020204" pitchFamily="2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  <p:embeddedFont>
      <p:font typeface="Signika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EFAB65-C2E4-4D0D-8C86-6BE953303843}">
  <a:tblStyle styleId="{33EFAB65-C2E4-4D0D-8C86-6BE9533038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8" name="Google Shape;25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gaa346aee37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0" name="Google Shape;2720;gaa346aee37_0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Google Shape;2763;gac85b9cf0f_0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4" name="Google Shape;2764;gac85b9cf0f_0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abf9762155_0_2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abf9762155_0_2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abf9762155_0_2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abf9762155_0_2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5423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abf9762155_0_2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abf9762155_0_2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4456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Google Shape;2763;gac85b9cf0f_0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4" name="Google Shape;2764;gac85b9cf0f_0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3024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abf9762155_0_2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abf9762155_0_2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458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abf9762155_0_2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abf9762155_0_2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7945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abf9762155_0_2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abf9762155_0_2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7964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Google Shape;2763;gac85b9cf0f_0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4" name="Google Shape;2764;gac85b9cf0f_0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4604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abf9762155_0_2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abf9762155_0_2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699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abf9762155_0_2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abf9762155_0_2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711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Google Shape;2763;gac85b9cf0f_0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4" name="Google Shape;2764;gac85b9cf0f_0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9148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abf9762155_0_2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abf9762155_0_2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3455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Google Shape;3028;gb774fc40e9_0_1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9" name="Google Shape;3029;gb774fc40e9_0_1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902450" y="1316988"/>
            <a:ext cx="7715100" cy="23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4700" i="1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913450" y="3837750"/>
            <a:ext cx="56931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800"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156850" y="2752063"/>
            <a:ext cx="4830300" cy="6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240750" y="3363363"/>
            <a:ext cx="2662500" cy="4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3586500" y="1537225"/>
            <a:ext cx="1971000" cy="10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/>
          <p:nvPr/>
        </p:nvSpPr>
        <p:spPr>
          <a:xfrm>
            <a:off x="153825" y="4707584"/>
            <a:ext cx="489062" cy="55151"/>
          </a:xfrm>
          <a:custGeom>
            <a:avLst/>
            <a:gdLst/>
            <a:ahLst/>
            <a:cxnLst/>
            <a:rect l="l" t="t" r="r" b="b"/>
            <a:pathLst>
              <a:path w="16279" h="2603" extrusionOk="0">
                <a:moveTo>
                  <a:pt x="0" y="0"/>
                </a:moveTo>
                <a:lnTo>
                  <a:pt x="0" y="2602"/>
                </a:lnTo>
                <a:lnTo>
                  <a:pt x="16278" y="2602"/>
                </a:lnTo>
                <a:lnTo>
                  <a:pt x="16278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28828" y="445093"/>
            <a:ext cx="215495" cy="34098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635433" y="5083528"/>
            <a:ext cx="742621" cy="67175"/>
          </a:xfrm>
          <a:custGeom>
            <a:avLst/>
            <a:gdLst/>
            <a:ahLst/>
            <a:cxnLst/>
            <a:rect l="l" t="t" r="r" b="b"/>
            <a:pathLst>
              <a:path w="24719" h="2236" extrusionOk="0">
                <a:moveTo>
                  <a:pt x="1" y="0"/>
                </a:moveTo>
                <a:lnTo>
                  <a:pt x="1" y="2235"/>
                </a:lnTo>
                <a:lnTo>
                  <a:pt x="24719" y="2235"/>
                </a:lnTo>
                <a:lnTo>
                  <a:pt x="24719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062239" y="5003627"/>
            <a:ext cx="1304806" cy="21060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0" y="0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 flipH="1">
            <a:off x="3757475" y="4878775"/>
            <a:ext cx="371801" cy="42375"/>
          </a:xfrm>
          <a:custGeom>
            <a:avLst/>
            <a:gdLst/>
            <a:ahLst/>
            <a:cxnLst/>
            <a:rect l="l" t="t" r="r" b="b"/>
            <a:pathLst>
              <a:path w="2469" h="701" extrusionOk="0">
                <a:moveTo>
                  <a:pt x="1" y="0"/>
                </a:moveTo>
                <a:lnTo>
                  <a:pt x="1" y="701"/>
                </a:lnTo>
                <a:lnTo>
                  <a:pt x="2469" y="701"/>
                </a:lnTo>
                <a:lnTo>
                  <a:pt x="246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326880" y="4763186"/>
            <a:ext cx="139337" cy="39115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0" y="1"/>
                </a:moveTo>
                <a:lnTo>
                  <a:pt x="0" y="1301"/>
                </a:lnTo>
                <a:lnTo>
                  <a:pt x="4637" y="1301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409725" y="4873387"/>
            <a:ext cx="277634" cy="35076"/>
          </a:xfrm>
          <a:custGeom>
            <a:avLst/>
            <a:gdLst/>
            <a:ahLst/>
            <a:cxnLst/>
            <a:rect l="l" t="t" r="r" b="b"/>
            <a:pathLst>
              <a:path w="10909" h="1869" extrusionOk="0">
                <a:moveTo>
                  <a:pt x="1" y="1"/>
                </a:moveTo>
                <a:lnTo>
                  <a:pt x="1" y="1869"/>
                </a:lnTo>
                <a:lnTo>
                  <a:pt x="10908" y="1869"/>
                </a:lnTo>
                <a:lnTo>
                  <a:pt x="1090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099370" y="4726737"/>
            <a:ext cx="122303" cy="34098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185731" y="4717097"/>
            <a:ext cx="75166" cy="21090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388263" y="4741459"/>
            <a:ext cx="277623" cy="20875"/>
          </a:xfrm>
          <a:custGeom>
            <a:avLst/>
            <a:gdLst/>
            <a:ahLst/>
            <a:cxnLst/>
            <a:rect l="l" t="t" r="r" b="b"/>
            <a:pathLst>
              <a:path w="9241" h="2602" extrusionOk="0">
                <a:moveTo>
                  <a:pt x="0" y="0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221668" y="5065058"/>
            <a:ext cx="122273" cy="35090"/>
          </a:xfrm>
          <a:custGeom>
            <a:avLst/>
            <a:gdLst/>
            <a:ahLst/>
            <a:cxnLst/>
            <a:rect l="l" t="t" r="r" b="b"/>
            <a:pathLst>
              <a:path w="4070" h="1168" extrusionOk="0">
                <a:moveTo>
                  <a:pt x="0" y="0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 rot="10800000" flipH="1">
            <a:off x="6023650" y="104784"/>
            <a:ext cx="1478915" cy="39650"/>
          </a:xfrm>
          <a:custGeom>
            <a:avLst/>
            <a:gdLst/>
            <a:ahLst/>
            <a:cxnLst/>
            <a:rect l="l" t="t" r="r" b="b"/>
            <a:pathLst>
              <a:path w="76489" h="701" extrusionOk="0">
                <a:moveTo>
                  <a:pt x="1" y="0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36100" y="535446"/>
            <a:ext cx="270623" cy="43111"/>
          </a:xfrm>
          <a:custGeom>
            <a:avLst/>
            <a:gdLst/>
            <a:ahLst/>
            <a:cxnLst/>
            <a:rect l="l" t="t" r="r" b="b"/>
            <a:pathLst>
              <a:path w="9008" h="1435" extrusionOk="0">
                <a:moveTo>
                  <a:pt x="1" y="0"/>
                </a:moveTo>
                <a:lnTo>
                  <a:pt x="1" y="1434"/>
                </a:lnTo>
                <a:lnTo>
                  <a:pt x="9007" y="1434"/>
                </a:lnTo>
                <a:lnTo>
                  <a:pt x="900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643380" y="4934256"/>
            <a:ext cx="75166" cy="21090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545200" y="301612"/>
            <a:ext cx="328729" cy="39076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0"/>
                </a:moveTo>
                <a:lnTo>
                  <a:pt x="0" y="1301"/>
                </a:lnTo>
                <a:lnTo>
                  <a:pt x="4637" y="1301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353066" y="535448"/>
            <a:ext cx="154358" cy="43111"/>
          </a:xfrm>
          <a:custGeom>
            <a:avLst/>
            <a:gdLst/>
            <a:ahLst/>
            <a:cxnLst/>
            <a:rect l="l" t="t" r="r" b="b"/>
            <a:pathLst>
              <a:path w="5138" h="1435" extrusionOk="0">
                <a:moveTo>
                  <a:pt x="1" y="1"/>
                </a:moveTo>
                <a:lnTo>
                  <a:pt x="1" y="1435"/>
                </a:lnTo>
                <a:lnTo>
                  <a:pt x="5138" y="1435"/>
                </a:lnTo>
                <a:lnTo>
                  <a:pt x="513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872226" y="321950"/>
            <a:ext cx="122273" cy="34098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7198308" y="337498"/>
            <a:ext cx="122273" cy="34098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4610592" y="77347"/>
            <a:ext cx="75196" cy="2106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328463" y="4050"/>
            <a:ext cx="277623" cy="43125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1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208244" y="4952659"/>
            <a:ext cx="73184" cy="34098"/>
          </a:xfrm>
          <a:custGeom>
            <a:avLst/>
            <a:gdLst/>
            <a:ahLst/>
            <a:cxnLst/>
            <a:rect l="l" t="t" r="r" b="b"/>
            <a:pathLst>
              <a:path w="2436" h="1135" extrusionOk="0">
                <a:moveTo>
                  <a:pt x="1" y="1"/>
                </a:moveTo>
                <a:lnTo>
                  <a:pt x="1" y="1135"/>
                </a:lnTo>
                <a:lnTo>
                  <a:pt x="2436" y="1135"/>
                </a:lnTo>
                <a:lnTo>
                  <a:pt x="2436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758807" y="4753416"/>
            <a:ext cx="225202" cy="43124"/>
          </a:xfrm>
          <a:custGeom>
            <a:avLst/>
            <a:gdLst/>
            <a:ahLst/>
            <a:cxnLst/>
            <a:rect l="l" t="t" r="r" b="b"/>
            <a:pathLst>
              <a:path w="2436" h="1135" extrusionOk="0">
                <a:moveTo>
                  <a:pt x="1" y="1"/>
                </a:moveTo>
                <a:lnTo>
                  <a:pt x="1" y="1135"/>
                </a:lnTo>
                <a:lnTo>
                  <a:pt x="2436" y="1135"/>
                </a:lnTo>
                <a:lnTo>
                  <a:pt x="243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3256447" y="5106302"/>
            <a:ext cx="356654" cy="48027"/>
          </a:xfrm>
          <a:custGeom>
            <a:avLst/>
            <a:gdLst/>
            <a:ahLst/>
            <a:cxnLst/>
            <a:rect l="l" t="t" r="r" b="b"/>
            <a:pathLst>
              <a:path w="4537" h="2069" extrusionOk="0">
                <a:moveTo>
                  <a:pt x="0" y="1"/>
                </a:moveTo>
                <a:lnTo>
                  <a:pt x="0" y="2069"/>
                </a:lnTo>
                <a:lnTo>
                  <a:pt x="4537" y="2069"/>
                </a:lnTo>
                <a:lnTo>
                  <a:pt x="45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1575181" y="5071934"/>
            <a:ext cx="321725" cy="89226"/>
          </a:xfrm>
          <a:custGeom>
            <a:avLst/>
            <a:gdLst/>
            <a:ahLst/>
            <a:cxnLst/>
            <a:rect l="l" t="t" r="r" b="b"/>
            <a:pathLst>
              <a:path w="10709" h="2970" extrusionOk="0">
                <a:moveTo>
                  <a:pt x="1" y="1"/>
                </a:moveTo>
                <a:lnTo>
                  <a:pt x="1" y="2970"/>
                </a:lnTo>
                <a:lnTo>
                  <a:pt x="10708" y="2970"/>
                </a:lnTo>
                <a:lnTo>
                  <a:pt x="107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3900355" y="5107158"/>
            <a:ext cx="120260" cy="55158"/>
          </a:xfrm>
          <a:custGeom>
            <a:avLst/>
            <a:gdLst/>
            <a:ahLst/>
            <a:cxnLst/>
            <a:rect l="l" t="t" r="r" b="b"/>
            <a:pathLst>
              <a:path w="4003" h="1836" extrusionOk="0">
                <a:moveTo>
                  <a:pt x="0" y="1"/>
                </a:moveTo>
                <a:lnTo>
                  <a:pt x="0" y="1836"/>
                </a:lnTo>
                <a:lnTo>
                  <a:pt x="4003" y="1836"/>
                </a:lnTo>
                <a:lnTo>
                  <a:pt x="40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2585212" y="234950"/>
            <a:ext cx="297738" cy="32129"/>
          </a:xfrm>
          <a:custGeom>
            <a:avLst/>
            <a:gdLst/>
            <a:ahLst/>
            <a:cxnLst/>
            <a:rect l="l" t="t" r="r" b="b"/>
            <a:pathLst>
              <a:path w="10008" h="1235" extrusionOk="0">
                <a:moveTo>
                  <a:pt x="0" y="0"/>
                </a:moveTo>
                <a:lnTo>
                  <a:pt x="0" y="1234"/>
                </a:lnTo>
                <a:lnTo>
                  <a:pt x="10007" y="1234"/>
                </a:lnTo>
                <a:lnTo>
                  <a:pt x="1000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-563675" y="304354"/>
            <a:ext cx="1685100" cy="23647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6"/>
                </a:lnTo>
                <a:lnTo>
                  <a:pt x="56641" y="4036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2327690" y="5071491"/>
            <a:ext cx="298720" cy="32129"/>
          </a:xfrm>
          <a:custGeom>
            <a:avLst/>
            <a:gdLst/>
            <a:ahLst/>
            <a:cxnLst/>
            <a:rect l="l" t="t" r="r" b="b"/>
            <a:pathLst>
              <a:path w="10041" h="1235" extrusionOk="0">
                <a:moveTo>
                  <a:pt x="0" y="0"/>
                </a:moveTo>
                <a:lnTo>
                  <a:pt x="0" y="1235"/>
                </a:lnTo>
                <a:lnTo>
                  <a:pt x="10041" y="1235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1837599" y="4737209"/>
            <a:ext cx="297738" cy="32987"/>
          </a:xfrm>
          <a:custGeom>
            <a:avLst/>
            <a:gdLst/>
            <a:ahLst/>
            <a:cxnLst/>
            <a:rect l="l" t="t" r="r" b="b"/>
            <a:pathLst>
              <a:path w="10008" h="1268" extrusionOk="0">
                <a:moveTo>
                  <a:pt x="0" y="0"/>
                </a:moveTo>
                <a:lnTo>
                  <a:pt x="0" y="1268"/>
                </a:lnTo>
                <a:lnTo>
                  <a:pt x="10007" y="1268"/>
                </a:lnTo>
                <a:lnTo>
                  <a:pt x="1000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-330241" y="760208"/>
            <a:ext cx="489269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0" y="0"/>
                </a:moveTo>
                <a:lnTo>
                  <a:pt x="0" y="2068"/>
                </a:lnTo>
                <a:lnTo>
                  <a:pt x="16445" y="2068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5624892" y="234954"/>
            <a:ext cx="298750" cy="32129"/>
          </a:xfrm>
          <a:custGeom>
            <a:avLst/>
            <a:gdLst/>
            <a:ahLst/>
            <a:cxnLst/>
            <a:rect l="l" t="t" r="r" b="b"/>
            <a:pathLst>
              <a:path w="10042" h="1235" extrusionOk="0">
                <a:moveTo>
                  <a:pt x="1" y="0"/>
                </a:moveTo>
                <a:lnTo>
                  <a:pt x="1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8451300" y="398627"/>
            <a:ext cx="1360557" cy="39075"/>
          </a:xfrm>
          <a:custGeom>
            <a:avLst/>
            <a:gdLst/>
            <a:ahLst/>
            <a:cxnLst/>
            <a:rect l="l" t="t" r="r" b="b"/>
            <a:pathLst>
              <a:path w="45733" h="3537" extrusionOk="0">
                <a:moveTo>
                  <a:pt x="0" y="1"/>
                </a:moveTo>
                <a:lnTo>
                  <a:pt x="0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109525" y="-74646"/>
            <a:ext cx="531172" cy="130000"/>
          </a:xfrm>
          <a:custGeom>
            <a:avLst/>
            <a:gdLst/>
            <a:ahLst/>
            <a:cxnLst/>
            <a:rect l="l" t="t" r="r" b="b"/>
            <a:pathLst>
              <a:path w="10042" h="1269" extrusionOk="0">
                <a:moveTo>
                  <a:pt x="1" y="1"/>
                </a:moveTo>
                <a:lnTo>
                  <a:pt x="1" y="1268"/>
                </a:lnTo>
                <a:lnTo>
                  <a:pt x="10041" y="1268"/>
                </a:lnTo>
                <a:lnTo>
                  <a:pt x="100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6935826" y="5040757"/>
            <a:ext cx="298749" cy="32129"/>
          </a:xfrm>
          <a:custGeom>
            <a:avLst/>
            <a:gdLst/>
            <a:ahLst/>
            <a:cxnLst/>
            <a:rect l="l" t="t" r="r" b="b"/>
            <a:pathLst>
              <a:path w="10042" h="1235" extrusionOk="0">
                <a:moveTo>
                  <a:pt x="1" y="0"/>
                </a:moveTo>
                <a:lnTo>
                  <a:pt x="1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624892" y="4737205"/>
            <a:ext cx="298750" cy="32987"/>
          </a:xfrm>
          <a:custGeom>
            <a:avLst/>
            <a:gdLst/>
            <a:ahLst/>
            <a:cxnLst/>
            <a:rect l="l" t="t" r="r" b="b"/>
            <a:pathLst>
              <a:path w="10042" h="1268" extrusionOk="0">
                <a:moveTo>
                  <a:pt x="1" y="0"/>
                </a:moveTo>
                <a:lnTo>
                  <a:pt x="1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 rot="10800000" flipH="1">
            <a:off x="4434377" y="4834235"/>
            <a:ext cx="550365" cy="466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1" y="1"/>
                </a:moveTo>
                <a:lnTo>
                  <a:pt x="1" y="2069"/>
                </a:lnTo>
                <a:lnTo>
                  <a:pt x="16446" y="2069"/>
                </a:lnTo>
                <a:lnTo>
                  <a:pt x="1644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972900" y="4921350"/>
            <a:ext cx="614308" cy="43127"/>
          </a:xfrm>
          <a:custGeom>
            <a:avLst/>
            <a:gdLst/>
            <a:ahLst/>
            <a:cxnLst/>
            <a:rect l="l" t="t" r="r" b="b"/>
            <a:pathLst>
              <a:path w="20649" h="2569" extrusionOk="0">
                <a:moveTo>
                  <a:pt x="0" y="0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22812" y="4913450"/>
            <a:ext cx="390148" cy="79222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1" y="1"/>
                </a:moveTo>
                <a:lnTo>
                  <a:pt x="1" y="2603"/>
                </a:lnTo>
                <a:lnTo>
                  <a:pt x="16246" y="2603"/>
                </a:lnTo>
                <a:lnTo>
                  <a:pt x="162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794375" y="607228"/>
            <a:ext cx="141169" cy="39630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1"/>
                </a:lnTo>
                <a:lnTo>
                  <a:pt x="4637" y="1301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 rot="10800000" flipH="1">
            <a:off x="7701650" y="4982160"/>
            <a:ext cx="690444" cy="51550"/>
          </a:xfrm>
          <a:custGeom>
            <a:avLst/>
            <a:gdLst/>
            <a:ahLst/>
            <a:cxnLst/>
            <a:rect l="l" t="t" r="r" b="b"/>
            <a:pathLst>
              <a:path w="22684" h="701" extrusionOk="0">
                <a:moveTo>
                  <a:pt x="0" y="0"/>
                </a:moveTo>
                <a:lnTo>
                  <a:pt x="0" y="701"/>
                </a:lnTo>
                <a:lnTo>
                  <a:pt x="22683" y="701"/>
                </a:lnTo>
                <a:lnTo>
                  <a:pt x="2268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759188" y="4837713"/>
            <a:ext cx="244574" cy="3965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2828043" y="5071931"/>
            <a:ext cx="141169" cy="90369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2437825" y="4953005"/>
            <a:ext cx="281250" cy="39648"/>
          </a:xfrm>
          <a:custGeom>
            <a:avLst/>
            <a:gdLst/>
            <a:ahLst/>
            <a:cxnLst/>
            <a:rect l="l" t="t" r="r" b="b"/>
            <a:pathLst>
              <a:path w="9241" h="2602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3200025" y="4857925"/>
            <a:ext cx="123911" cy="35581"/>
          </a:xfrm>
          <a:custGeom>
            <a:avLst/>
            <a:gdLst/>
            <a:ahLst/>
            <a:cxnLst/>
            <a:rect l="l" t="t" r="r" b="b"/>
            <a:pathLst>
              <a:path w="4071" h="1169" extrusionOk="0">
                <a:moveTo>
                  <a:pt x="1" y="1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 rot="10800000" flipH="1">
            <a:off x="6513536" y="236051"/>
            <a:ext cx="277625" cy="34076"/>
          </a:xfrm>
          <a:custGeom>
            <a:avLst/>
            <a:gdLst/>
            <a:ahLst/>
            <a:cxnLst/>
            <a:rect l="l" t="t" r="r" b="b"/>
            <a:pathLst>
              <a:path w="2436" h="1169" extrusionOk="0">
                <a:moveTo>
                  <a:pt x="1" y="1"/>
                </a:moveTo>
                <a:lnTo>
                  <a:pt x="1" y="1168"/>
                </a:lnTo>
                <a:lnTo>
                  <a:pt x="2436" y="1168"/>
                </a:lnTo>
                <a:lnTo>
                  <a:pt x="243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898748" y="113373"/>
            <a:ext cx="74146" cy="35581"/>
          </a:xfrm>
          <a:custGeom>
            <a:avLst/>
            <a:gdLst/>
            <a:ahLst/>
            <a:cxnLst/>
            <a:rect l="l" t="t" r="r" b="b"/>
            <a:pathLst>
              <a:path w="2436" h="1169" extrusionOk="0">
                <a:moveTo>
                  <a:pt x="0" y="1"/>
                </a:moveTo>
                <a:lnTo>
                  <a:pt x="0" y="1168"/>
                </a:lnTo>
                <a:lnTo>
                  <a:pt x="2435" y="1168"/>
                </a:lnTo>
                <a:lnTo>
                  <a:pt x="243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7701655" y="285306"/>
            <a:ext cx="274148" cy="60027"/>
          </a:xfrm>
          <a:custGeom>
            <a:avLst/>
            <a:gdLst/>
            <a:ahLst/>
            <a:cxnLst/>
            <a:rect l="l" t="t" r="r" b="b"/>
            <a:pathLst>
              <a:path w="4537" h="2136" extrusionOk="0">
                <a:moveTo>
                  <a:pt x="0" y="1"/>
                </a:moveTo>
                <a:lnTo>
                  <a:pt x="0" y="2136"/>
                </a:lnTo>
                <a:lnTo>
                  <a:pt x="4537" y="2136"/>
                </a:lnTo>
                <a:lnTo>
                  <a:pt x="453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109515" y="289802"/>
            <a:ext cx="120837" cy="56888"/>
          </a:xfrm>
          <a:custGeom>
            <a:avLst/>
            <a:gdLst/>
            <a:ahLst/>
            <a:cxnLst/>
            <a:rect l="l" t="t" r="r" b="b"/>
            <a:pathLst>
              <a:path w="3970" h="1869" extrusionOk="0">
                <a:moveTo>
                  <a:pt x="0" y="0"/>
                </a:moveTo>
                <a:lnTo>
                  <a:pt x="0" y="1868"/>
                </a:lnTo>
                <a:lnTo>
                  <a:pt x="3970" y="1868"/>
                </a:lnTo>
                <a:lnTo>
                  <a:pt x="39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244325" y="597024"/>
            <a:ext cx="137102" cy="60027"/>
          </a:xfrm>
          <a:custGeom>
            <a:avLst/>
            <a:gdLst/>
            <a:ahLst/>
            <a:cxnLst/>
            <a:rect l="l" t="t" r="r" b="b"/>
            <a:pathLst>
              <a:path w="4504" h="2903" extrusionOk="0">
                <a:moveTo>
                  <a:pt x="0" y="0"/>
                </a:moveTo>
                <a:lnTo>
                  <a:pt x="0" y="2902"/>
                </a:lnTo>
                <a:lnTo>
                  <a:pt x="4503" y="2902"/>
                </a:lnTo>
                <a:lnTo>
                  <a:pt x="4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31209" y="86894"/>
            <a:ext cx="274151" cy="77190"/>
          </a:xfrm>
          <a:custGeom>
            <a:avLst/>
            <a:gdLst/>
            <a:ahLst/>
            <a:cxnLst/>
            <a:rect l="l" t="t" r="r" b="b"/>
            <a:pathLst>
              <a:path w="9007" h="2536" extrusionOk="0">
                <a:moveTo>
                  <a:pt x="0" y="0"/>
                </a:moveTo>
                <a:lnTo>
                  <a:pt x="0" y="2535"/>
                </a:lnTo>
                <a:lnTo>
                  <a:pt x="9006" y="2535"/>
                </a:lnTo>
                <a:lnTo>
                  <a:pt x="900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991125" y="4884938"/>
            <a:ext cx="218325" cy="48026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7899685" y="19795"/>
            <a:ext cx="247761" cy="39630"/>
          </a:xfrm>
          <a:custGeom>
            <a:avLst/>
            <a:gdLst/>
            <a:ahLst/>
            <a:cxnLst/>
            <a:rect l="l" t="t" r="r" b="b"/>
            <a:pathLst>
              <a:path w="8140" h="1302" extrusionOk="0">
                <a:moveTo>
                  <a:pt x="0" y="1"/>
                </a:moveTo>
                <a:lnTo>
                  <a:pt x="0" y="1302"/>
                </a:lnTo>
                <a:lnTo>
                  <a:pt x="8139" y="1302"/>
                </a:lnTo>
                <a:lnTo>
                  <a:pt x="81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8738638" y="50687"/>
            <a:ext cx="584857" cy="56888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1" y="1"/>
                </a:moveTo>
                <a:lnTo>
                  <a:pt x="1" y="1869"/>
                </a:lnTo>
                <a:lnTo>
                  <a:pt x="19215" y="1869"/>
                </a:lnTo>
                <a:lnTo>
                  <a:pt x="192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872114" y="5002349"/>
            <a:ext cx="218298" cy="34547"/>
          </a:xfrm>
          <a:custGeom>
            <a:avLst/>
            <a:gdLst/>
            <a:ahLst/>
            <a:cxnLst/>
            <a:rect l="l" t="t" r="r" b="b"/>
            <a:pathLst>
              <a:path w="7172" h="1135" extrusionOk="0">
                <a:moveTo>
                  <a:pt x="0" y="0"/>
                </a:moveTo>
                <a:lnTo>
                  <a:pt x="0" y="1135"/>
                </a:lnTo>
                <a:lnTo>
                  <a:pt x="7172" y="1135"/>
                </a:lnTo>
                <a:lnTo>
                  <a:pt x="71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990268" y="235832"/>
            <a:ext cx="218328" cy="34547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1" y="1"/>
                </a:moveTo>
                <a:lnTo>
                  <a:pt x="1" y="1135"/>
                </a:lnTo>
                <a:lnTo>
                  <a:pt x="7173" y="1135"/>
                </a:lnTo>
                <a:lnTo>
                  <a:pt x="717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9022225" y="219079"/>
            <a:ext cx="753389" cy="68058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0" y="0"/>
                </a:moveTo>
                <a:lnTo>
                  <a:pt x="0" y="2235"/>
                </a:lnTo>
                <a:lnTo>
                  <a:pt x="24751" y="2235"/>
                </a:lnTo>
                <a:lnTo>
                  <a:pt x="2475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145123" y="179543"/>
            <a:ext cx="690444" cy="21367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0" y="1"/>
                </a:moveTo>
                <a:lnTo>
                  <a:pt x="0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335986" y="333284"/>
            <a:ext cx="204353" cy="42550"/>
          </a:xfrm>
          <a:custGeom>
            <a:avLst/>
            <a:gdLst/>
            <a:ahLst/>
            <a:cxnLst/>
            <a:rect l="l" t="t" r="r" b="b"/>
            <a:pathLst>
              <a:path w="2469" h="702" extrusionOk="0">
                <a:moveTo>
                  <a:pt x="0" y="1"/>
                </a:moveTo>
                <a:lnTo>
                  <a:pt x="0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149533" y="93196"/>
            <a:ext cx="123881" cy="35551"/>
          </a:xfrm>
          <a:custGeom>
            <a:avLst/>
            <a:gdLst/>
            <a:ahLst/>
            <a:cxnLst/>
            <a:rect l="l" t="t" r="r" b="b"/>
            <a:pathLst>
              <a:path w="4070" h="1168" extrusionOk="0">
                <a:moveTo>
                  <a:pt x="0" y="0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32908" y="218138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297525" y="4797976"/>
            <a:ext cx="281270" cy="42550"/>
          </a:xfrm>
          <a:custGeom>
            <a:avLst/>
            <a:gdLst/>
            <a:ahLst/>
            <a:cxnLst/>
            <a:rect l="l" t="t" r="r" b="b"/>
            <a:pathLst>
              <a:path w="4604" h="2936" extrusionOk="0">
                <a:moveTo>
                  <a:pt x="0" y="0"/>
                </a:moveTo>
                <a:lnTo>
                  <a:pt x="0" y="2935"/>
                </a:lnTo>
                <a:lnTo>
                  <a:pt x="4604" y="2935"/>
                </a:lnTo>
                <a:lnTo>
                  <a:pt x="46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072094" y="4631359"/>
            <a:ext cx="124916" cy="34547"/>
          </a:xfrm>
          <a:custGeom>
            <a:avLst/>
            <a:gdLst/>
            <a:ahLst/>
            <a:cxnLst/>
            <a:rect l="l" t="t" r="r" b="b"/>
            <a:pathLst>
              <a:path w="4104" h="1135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32387" y="5096643"/>
            <a:ext cx="151628" cy="42566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596963" y="5015738"/>
            <a:ext cx="225200" cy="35875"/>
          </a:xfrm>
          <a:custGeom>
            <a:avLst/>
            <a:gdLst/>
            <a:ahLst/>
            <a:cxnLst/>
            <a:rect l="l" t="t" r="r" b="b"/>
            <a:pathLst>
              <a:path w="9008" h="1435" extrusionOk="0">
                <a:moveTo>
                  <a:pt x="1" y="0"/>
                </a:moveTo>
                <a:lnTo>
                  <a:pt x="1" y="1435"/>
                </a:lnTo>
                <a:lnTo>
                  <a:pt x="9007" y="1435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7502638" y="5066325"/>
            <a:ext cx="110100" cy="32549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221663" y="4921338"/>
            <a:ext cx="390151" cy="35099"/>
          </a:xfrm>
          <a:custGeom>
            <a:avLst/>
            <a:gdLst/>
            <a:ahLst/>
            <a:cxnLst/>
            <a:rect l="l" t="t" r="r" b="b"/>
            <a:pathLst>
              <a:path w="3204" h="835" extrusionOk="0">
                <a:moveTo>
                  <a:pt x="1" y="0"/>
                </a:moveTo>
                <a:lnTo>
                  <a:pt x="1" y="834"/>
                </a:lnTo>
                <a:lnTo>
                  <a:pt x="3203" y="834"/>
                </a:lnTo>
                <a:lnTo>
                  <a:pt x="32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433100" y="4632574"/>
            <a:ext cx="863721" cy="32126"/>
          </a:xfrm>
          <a:custGeom>
            <a:avLst/>
            <a:gdLst/>
            <a:ahLst/>
            <a:cxnLst/>
            <a:rect l="l" t="t" r="r" b="b"/>
            <a:pathLst>
              <a:path w="24752" h="2270" extrusionOk="0">
                <a:moveTo>
                  <a:pt x="1" y="1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230641" y="4957046"/>
            <a:ext cx="81829" cy="229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-125969" y="4742224"/>
            <a:ext cx="80750" cy="2295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02725" y="394288"/>
            <a:ext cx="151639" cy="71724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-158743" y="4905524"/>
            <a:ext cx="302111" cy="8509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1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179379" y="5071568"/>
            <a:ext cx="133091" cy="38185"/>
          </a:xfrm>
          <a:custGeom>
            <a:avLst/>
            <a:gdLst/>
            <a:ahLst/>
            <a:cxnLst/>
            <a:rect l="l" t="t" r="r" b="b"/>
            <a:pathLst>
              <a:path w="4071" h="1168" extrusionOk="0">
                <a:moveTo>
                  <a:pt x="1" y="0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972903" y="5012406"/>
            <a:ext cx="150549" cy="42566"/>
          </a:xfrm>
          <a:custGeom>
            <a:avLst/>
            <a:gdLst/>
            <a:ahLst/>
            <a:cxnLst/>
            <a:rect l="l" t="t" r="r" b="b"/>
            <a:pathLst>
              <a:path w="4605" h="1302" extrusionOk="0">
                <a:moveTo>
                  <a:pt x="1" y="0"/>
                </a:moveTo>
                <a:lnTo>
                  <a:pt x="1" y="1301"/>
                </a:lnTo>
                <a:lnTo>
                  <a:pt x="4604" y="1301"/>
                </a:lnTo>
                <a:lnTo>
                  <a:pt x="46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1990275" y="4947273"/>
            <a:ext cx="302111" cy="48027"/>
          </a:xfrm>
          <a:custGeom>
            <a:avLst/>
            <a:gdLst/>
            <a:ahLst/>
            <a:cxnLst/>
            <a:rect l="l" t="t" r="r" b="b"/>
            <a:pathLst>
              <a:path w="9241" h="2570" extrusionOk="0">
                <a:moveTo>
                  <a:pt x="1" y="1"/>
                </a:moveTo>
                <a:lnTo>
                  <a:pt x="1" y="2569"/>
                </a:lnTo>
                <a:lnTo>
                  <a:pt x="9240" y="2569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9492" y="4570698"/>
            <a:ext cx="134170" cy="37139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391222" y="4942574"/>
            <a:ext cx="406152" cy="27300"/>
          </a:xfrm>
          <a:custGeom>
            <a:avLst/>
            <a:gdLst/>
            <a:ahLst/>
            <a:cxnLst/>
            <a:rect l="l" t="t" r="r" b="b"/>
            <a:pathLst>
              <a:path w="4104" h="1135" extrusionOk="0">
                <a:moveTo>
                  <a:pt x="1" y="0"/>
                </a:moveTo>
                <a:lnTo>
                  <a:pt x="1" y="1134"/>
                </a:lnTo>
                <a:lnTo>
                  <a:pt x="4103" y="1134"/>
                </a:lnTo>
                <a:lnTo>
                  <a:pt x="410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 rot="10800000">
            <a:off x="3809369" y="91016"/>
            <a:ext cx="144010" cy="22917"/>
          </a:xfrm>
          <a:custGeom>
            <a:avLst/>
            <a:gdLst/>
            <a:ahLst/>
            <a:cxnLst/>
            <a:rect l="l" t="t" r="r" b="b"/>
            <a:pathLst>
              <a:path w="4405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 rot="10800000">
            <a:off x="4944047" y="42988"/>
            <a:ext cx="629265" cy="37973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1"/>
                </a:moveTo>
                <a:lnTo>
                  <a:pt x="0" y="1869"/>
                </a:lnTo>
                <a:lnTo>
                  <a:pt x="19247" y="1869"/>
                </a:lnTo>
                <a:lnTo>
                  <a:pt x="192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 rot="10800000">
            <a:off x="4172243" y="53805"/>
            <a:ext cx="235582" cy="37106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1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 rot="10800000">
            <a:off x="559601" y="73149"/>
            <a:ext cx="512498" cy="52076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1" y="0"/>
                </a:moveTo>
                <a:lnTo>
                  <a:pt x="1" y="701"/>
                </a:lnTo>
                <a:lnTo>
                  <a:pt x="43432" y="701"/>
                </a:lnTo>
                <a:lnTo>
                  <a:pt x="4343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8185724" y="191505"/>
            <a:ext cx="489057" cy="43125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0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7198289" y="7050"/>
            <a:ext cx="489053" cy="37126"/>
          </a:xfrm>
          <a:custGeom>
            <a:avLst/>
            <a:gdLst/>
            <a:ahLst/>
            <a:cxnLst/>
            <a:rect l="l" t="t" r="r" b="b"/>
            <a:pathLst>
              <a:path w="4104" h="1135" extrusionOk="0">
                <a:moveTo>
                  <a:pt x="0" y="0"/>
                </a:moveTo>
                <a:lnTo>
                  <a:pt x="0" y="1134"/>
                </a:lnTo>
                <a:lnTo>
                  <a:pt x="4103" y="1134"/>
                </a:lnTo>
                <a:lnTo>
                  <a:pt x="41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"/>
          <p:cNvSpPr/>
          <p:nvPr/>
        </p:nvSpPr>
        <p:spPr>
          <a:xfrm rot="10800000">
            <a:off x="3586653" y="197126"/>
            <a:ext cx="1948672" cy="30949"/>
          </a:xfrm>
          <a:custGeom>
            <a:avLst/>
            <a:gdLst/>
            <a:ahLst/>
            <a:cxnLst/>
            <a:rect l="l" t="t" r="r" b="b"/>
            <a:pathLst>
              <a:path w="76456" h="701" extrusionOk="0">
                <a:moveTo>
                  <a:pt x="1" y="0"/>
                </a:moveTo>
                <a:lnTo>
                  <a:pt x="1" y="701"/>
                </a:lnTo>
                <a:lnTo>
                  <a:pt x="76456" y="701"/>
                </a:lnTo>
                <a:lnTo>
                  <a:pt x="764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 rot="10800000">
            <a:off x="3013033" y="306780"/>
            <a:ext cx="142866" cy="22950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 rot="10800000">
            <a:off x="2405042" y="154791"/>
            <a:ext cx="144010" cy="22950"/>
          </a:xfrm>
          <a:custGeom>
            <a:avLst/>
            <a:gdLst/>
            <a:ahLst/>
            <a:cxnLst/>
            <a:rect l="l" t="t" r="r" b="b"/>
            <a:pathLst>
              <a:path w="4405" h="702" extrusionOk="0">
                <a:moveTo>
                  <a:pt x="1" y="1"/>
                </a:moveTo>
                <a:lnTo>
                  <a:pt x="1" y="701"/>
                </a:lnTo>
                <a:lnTo>
                  <a:pt x="4404" y="701"/>
                </a:lnTo>
                <a:lnTo>
                  <a:pt x="44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 flipH="1">
            <a:off x="1941010" y="37949"/>
            <a:ext cx="1114139" cy="38726"/>
          </a:xfrm>
          <a:custGeom>
            <a:avLst/>
            <a:gdLst/>
            <a:ahLst/>
            <a:cxnLst/>
            <a:rect l="l" t="t" r="r" b="b"/>
            <a:pathLst>
              <a:path w="43432" h="702" extrusionOk="0">
                <a:moveTo>
                  <a:pt x="1" y="1"/>
                </a:moveTo>
                <a:lnTo>
                  <a:pt x="1" y="701"/>
                </a:lnTo>
                <a:lnTo>
                  <a:pt x="43432" y="701"/>
                </a:lnTo>
                <a:lnTo>
                  <a:pt x="434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/>
          <p:nvPr/>
        </p:nvSpPr>
        <p:spPr>
          <a:xfrm rot="10800000">
            <a:off x="3442677" y="50504"/>
            <a:ext cx="144010" cy="22950"/>
          </a:xfrm>
          <a:custGeom>
            <a:avLst/>
            <a:gdLst/>
            <a:ahLst/>
            <a:cxnLst/>
            <a:rect l="l" t="t" r="r" b="b"/>
            <a:pathLst>
              <a:path w="4405" h="702" extrusionOk="0">
                <a:moveTo>
                  <a:pt x="1" y="1"/>
                </a:moveTo>
                <a:lnTo>
                  <a:pt x="1" y="701"/>
                </a:lnTo>
                <a:lnTo>
                  <a:pt x="4404" y="701"/>
                </a:lnTo>
                <a:lnTo>
                  <a:pt x="44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7285920" y="4980922"/>
            <a:ext cx="142866" cy="22917"/>
          </a:xfrm>
          <a:custGeom>
            <a:avLst/>
            <a:gdLst/>
            <a:ahLst/>
            <a:cxnLst/>
            <a:rect l="l" t="t" r="r" b="b"/>
            <a:pathLst>
              <a:path w="4370" h="701" extrusionOk="0">
                <a:moveTo>
                  <a:pt x="0" y="0"/>
                </a:moveTo>
                <a:lnTo>
                  <a:pt x="0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790018" y="4816387"/>
            <a:ext cx="266117" cy="42566"/>
          </a:xfrm>
          <a:custGeom>
            <a:avLst/>
            <a:gdLst/>
            <a:ahLst/>
            <a:cxnLst/>
            <a:rect l="l" t="t" r="r" b="b"/>
            <a:pathLst>
              <a:path w="8140" h="1302" extrusionOk="0">
                <a:moveTo>
                  <a:pt x="0" y="1"/>
                </a:moveTo>
                <a:lnTo>
                  <a:pt x="0" y="1301"/>
                </a:lnTo>
                <a:lnTo>
                  <a:pt x="8139" y="1301"/>
                </a:lnTo>
                <a:lnTo>
                  <a:pt x="813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8272000" y="4797850"/>
            <a:ext cx="628186" cy="28100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1" y="0"/>
                </a:moveTo>
                <a:lnTo>
                  <a:pt x="1" y="1868"/>
                </a:lnTo>
                <a:lnTo>
                  <a:pt x="19215" y="1868"/>
                </a:lnTo>
                <a:lnTo>
                  <a:pt x="192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745307" y="4709087"/>
            <a:ext cx="234471" cy="37106"/>
          </a:xfrm>
          <a:custGeom>
            <a:avLst/>
            <a:gdLst/>
            <a:ahLst/>
            <a:cxnLst/>
            <a:rect l="l" t="t" r="r" b="b"/>
            <a:pathLst>
              <a:path w="7172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599986" y="5059040"/>
            <a:ext cx="104714" cy="27298"/>
          </a:xfrm>
          <a:custGeom>
            <a:avLst/>
            <a:gdLst/>
            <a:ahLst/>
            <a:cxnLst/>
            <a:rect l="l" t="t" r="r" b="b"/>
            <a:pathLst>
              <a:path w="3203" h="835" extrusionOk="0">
                <a:moveTo>
                  <a:pt x="1" y="1"/>
                </a:moveTo>
                <a:lnTo>
                  <a:pt x="1" y="834"/>
                </a:lnTo>
                <a:lnTo>
                  <a:pt x="3203" y="834"/>
                </a:lnTo>
                <a:lnTo>
                  <a:pt x="32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5124775" y="304875"/>
            <a:ext cx="80100" cy="20875"/>
          </a:xfrm>
          <a:custGeom>
            <a:avLst/>
            <a:gdLst/>
            <a:ahLst/>
            <a:cxnLst/>
            <a:rect l="l" t="t" r="r" b="b"/>
            <a:pathLst>
              <a:path w="3204" h="835" extrusionOk="0">
                <a:moveTo>
                  <a:pt x="1" y="1"/>
                </a:moveTo>
                <a:lnTo>
                  <a:pt x="1" y="834"/>
                </a:lnTo>
                <a:lnTo>
                  <a:pt x="3203" y="834"/>
                </a:lnTo>
                <a:lnTo>
                  <a:pt x="32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8989175" y="4815175"/>
            <a:ext cx="225200" cy="36700"/>
          </a:xfrm>
          <a:custGeom>
            <a:avLst/>
            <a:gdLst/>
            <a:ahLst/>
            <a:cxnLst/>
            <a:rect l="l" t="t" r="r" b="b"/>
            <a:pathLst>
              <a:path w="9008" h="1468" extrusionOk="0">
                <a:moveTo>
                  <a:pt x="1" y="0"/>
                </a:moveTo>
                <a:lnTo>
                  <a:pt x="1" y="1468"/>
                </a:lnTo>
                <a:lnTo>
                  <a:pt x="9007" y="1468"/>
                </a:lnTo>
                <a:lnTo>
                  <a:pt x="90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3546613" y="4760425"/>
            <a:ext cx="225200" cy="35875"/>
          </a:xfrm>
          <a:custGeom>
            <a:avLst/>
            <a:gdLst/>
            <a:ahLst/>
            <a:cxnLst/>
            <a:rect l="l" t="t" r="r" b="b"/>
            <a:pathLst>
              <a:path w="9008" h="1435" extrusionOk="0">
                <a:moveTo>
                  <a:pt x="1" y="0"/>
                </a:moveTo>
                <a:lnTo>
                  <a:pt x="1" y="1435"/>
                </a:lnTo>
                <a:lnTo>
                  <a:pt x="9007" y="1435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8522163" y="5063650"/>
            <a:ext cx="225175" cy="36725"/>
          </a:xfrm>
          <a:custGeom>
            <a:avLst/>
            <a:gdLst/>
            <a:ahLst/>
            <a:cxnLst/>
            <a:rect l="l" t="t" r="r" b="b"/>
            <a:pathLst>
              <a:path w="9007" h="1469" extrusionOk="0">
                <a:moveTo>
                  <a:pt x="0" y="0"/>
                </a:moveTo>
                <a:lnTo>
                  <a:pt x="0" y="1468"/>
                </a:lnTo>
                <a:lnTo>
                  <a:pt x="9007" y="1468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602650" y="932425"/>
            <a:ext cx="7898700" cy="37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Chau Philomene One"/>
              <a:buChar char="●"/>
              <a:defRPr sz="1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72900" y="347425"/>
            <a:ext cx="7198200" cy="5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-809200" y="4060545"/>
            <a:ext cx="1016156" cy="39851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-3123" y="3756320"/>
            <a:ext cx="244576" cy="39085"/>
          </a:xfrm>
          <a:custGeom>
            <a:avLst/>
            <a:gdLst/>
            <a:ahLst/>
            <a:cxnLst/>
            <a:rect l="l" t="t" r="r" b="b"/>
            <a:pathLst>
              <a:path w="8141" h="1301" extrusionOk="0">
                <a:moveTo>
                  <a:pt x="1" y="0"/>
                </a:moveTo>
                <a:lnTo>
                  <a:pt x="1" y="1301"/>
                </a:lnTo>
                <a:lnTo>
                  <a:pt x="8140" y="1301"/>
                </a:lnTo>
                <a:lnTo>
                  <a:pt x="81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-357111" y="3899908"/>
            <a:ext cx="577267" cy="56149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0" y="0"/>
                </a:moveTo>
                <a:lnTo>
                  <a:pt x="0" y="1868"/>
                </a:lnTo>
                <a:lnTo>
                  <a:pt x="19214" y="1868"/>
                </a:lnTo>
                <a:lnTo>
                  <a:pt x="192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 rot="10800000" flipH="1">
            <a:off x="2927975" y="5000026"/>
            <a:ext cx="726183" cy="27500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0" y="0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8891800" y="2068047"/>
            <a:ext cx="75178" cy="60025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592758" y="63366"/>
            <a:ext cx="75196" cy="2106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5141275" y="93133"/>
            <a:ext cx="122273" cy="34098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959606" y="5008421"/>
            <a:ext cx="122273" cy="35090"/>
          </a:xfrm>
          <a:custGeom>
            <a:avLst/>
            <a:gdLst/>
            <a:ahLst/>
            <a:cxnLst/>
            <a:rect l="l" t="t" r="r" b="b"/>
            <a:pathLst>
              <a:path w="4070" h="1168" extrusionOk="0">
                <a:moveTo>
                  <a:pt x="0" y="0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535050" y="5051706"/>
            <a:ext cx="132296" cy="37149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"/>
          <p:cNvSpPr/>
          <p:nvPr/>
        </p:nvSpPr>
        <p:spPr>
          <a:xfrm rot="10800000" flipH="1">
            <a:off x="8951400" y="1766875"/>
            <a:ext cx="489092" cy="35128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8908475" y="507479"/>
            <a:ext cx="245584" cy="48175"/>
          </a:xfrm>
          <a:custGeom>
            <a:avLst/>
            <a:gdLst/>
            <a:ahLst/>
            <a:cxnLst/>
            <a:rect l="l" t="t" r="r" b="b"/>
            <a:pathLst>
              <a:path w="16280" h="2569" extrusionOk="0">
                <a:moveTo>
                  <a:pt x="1" y="0"/>
                </a:moveTo>
                <a:lnTo>
                  <a:pt x="1" y="2569"/>
                </a:lnTo>
                <a:lnTo>
                  <a:pt x="16279" y="2569"/>
                </a:lnTo>
                <a:lnTo>
                  <a:pt x="162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-12611" y="2366982"/>
            <a:ext cx="216486" cy="35120"/>
          </a:xfrm>
          <a:custGeom>
            <a:avLst/>
            <a:gdLst/>
            <a:ahLst/>
            <a:cxnLst/>
            <a:rect l="l" t="t" r="r" b="b"/>
            <a:pathLst>
              <a:path w="7206" h="1169" extrusionOk="0">
                <a:moveTo>
                  <a:pt x="0" y="1"/>
                </a:moveTo>
                <a:lnTo>
                  <a:pt x="0" y="1168"/>
                </a:lnTo>
                <a:lnTo>
                  <a:pt x="7205" y="1168"/>
                </a:lnTo>
                <a:lnTo>
                  <a:pt x="720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8962592" y="2812725"/>
            <a:ext cx="152287" cy="66828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1" y="1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-220828" y="3470004"/>
            <a:ext cx="328755" cy="56149"/>
          </a:xfrm>
          <a:custGeom>
            <a:avLst/>
            <a:gdLst/>
            <a:ahLst/>
            <a:cxnLst/>
            <a:rect l="l" t="t" r="r" b="b"/>
            <a:pathLst>
              <a:path w="10943" h="1869" extrusionOk="0">
                <a:moveTo>
                  <a:pt x="1" y="1"/>
                </a:moveTo>
                <a:lnTo>
                  <a:pt x="1" y="1869"/>
                </a:lnTo>
                <a:lnTo>
                  <a:pt x="10942" y="1869"/>
                </a:lnTo>
                <a:lnTo>
                  <a:pt x="1094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-531638" y="2668798"/>
            <a:ext cx="681484" cy="21090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-105587" y="2767998"/>
            <a:ext cx="74205" cy="2109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-281882" y="2571580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-187711" y="2978446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112639" y="2966221"/>
            <a:ext cx="139337" cy="39115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-187706" y="1453270"/>
            <a:ext cx="276631" cy="77179"/>
          </a:xfrm>
          <a:custGeom>
            <a:avLst/>
            <a:gdLst/>
            <a:ahLst/>
            <a:cxnLst/>
            <a:rect l="l" t="t" r="r" b="b"/>
            <a:pathLst>
              <a:path w="9208" h="2569" extrusionOk="0">
                <a:moveTo>
                  <a:pt x="1" y="0"/>
                </a:moveTo>
                <a:lnTo>
                  <a:pt x="1" y="2569"/>
                </a:lnTo>
                <a:lnTo>
                  <a:pt x="9207" y="2569"/>
                </a:lnTo>
                <a:lnTo>
                  <a:pt x="920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7592930" y="52056"/>
            <a:ext cx="75166" cy="21090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8815596" y="2593516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9227625" y="2852074"/>
            <a:ext cx="139319" cy="21099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1"/>
                </a:moveTo>
                <a:lnTo>
                  <a:pt x="0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12875" y="1989660"/>
            <a:ext cx="139319" cy="56148"/>
          </a:xfrm>
          <a:custGeom>
            <a:avLst/>
            <a:gdLst/>
            <a:ahLst/>
            <a:cxnLst/>
            <a:rect l="l" t="t" r="r" b="b"/>
            <a:pathLst>
              <a:path w="4637" h="2970" extrusionOk="0">
                <a:moveTo>
                  <a:pt x="0" y="1"/>
                </a:moveTo>
                <a:lnTo>
                  <a:pt x="0" y="2969"/>
                </a:lnTo>
                <a:lnTo>
                  <a:pt x="4637" y="2969"/>
                </a:lnTo>
                <a:lnTo>
                  <a:pt x="46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1208244" y="4952659"/>
            <a:ext cx="73184" cy="34098"/>
          </a:xfrm>
          <a:custGeom>
            <a:avLst/>
            <a:gdLst/>
            <a:ahLst/>
            <a:cxnLst/>
            <a:rect l="l" t="t" r="r" b="b"/>
            <a:pathLst>
              <a:path w="2436" h="1135" extrusionOk="0">
                <a:moveTo>
                  <a:pt x="1" y="1"/>
                </a:moveTo>
                <a:lnTo>
                  <a:pt x="1" y="1135"/>
                </a:lnTo>
                <a:lnTo>
                  <a:pt x="2436" y="1135"/>
                </a:lnTo>
                <a:lnTo>
                  <a:pt x="2436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1848941" y="4874369"/>
            <a:ext cx="73184" cy="33107"/>
          </a:xfrm>
          <a:custGeom>
            <a:avLst/>
            <a:gdLst/>
            <a:ahLst/>
            <a:cxnLst/>
            <a:rect l="l" t="t" r="r" b="b"/>
            <a:pathLst>
              <a:path w="2436" h="1102" extrusionOk="0">
                <a:moveTo>
                  <a:pt x="0" y="0"/>
                </a:moveTo>
                <a:lnTo>
                  <a:pt x="0" y="1101"/>
                </a:lnTo>
                <a:lnTo>
                  <a:pt x="2435" y="1101"/>
                </a:lnTo>
                <a:lnTo>
                  <a:pt x="2435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1634156" y="5133034"/>
            <a:ext cx="321725" cy="89226"/>
          </a:xfrm>
          <a:custGeom>
            <a:avLst/>
            <a:gdLst/>
            <a:ahLst/>
            <a:cxnLst/>
            <a:rect l="l" t="t" r="r" b="b"/>
            <a:pathLst>
              <a:path w="10709" h="2970" extrusionOk="0">
                <a:moveTo>
                  <a:pt x="1" y="1"/>
                </a:moveTo>
                <a:lnTo>
                  <a:pt x="1" y="2970"/>
                </a:lnTo>
                <a:lnTo>
                  <a:pt x="10708" y="2970"/>
                </a:lnTo>
                <a:lnTo>
                  <a:pt x="1070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46513" y="4400804"/>
            <a:ext cx="271592" cy="55146"/>
          </a:xfrm>
          <a:custGeom>
            <a:avLst/>
            <a:gdLst/>
            <a:ahLst/>
            <a:cxnLst/>
            <a:rect l="l" t="t" r="r" b="b"/>
            <a:pathLst>
              <a:path w="9041" h="4137" extrusionOk="0">
                <a:moveTo>
                  <a:pt x="0" y="0"/>
                </a:moveTo>
                <a:lnTo>
                  <a:pt x="0" y="4137"/>
                </a:lnTo>
                <a:lnTo>
                  <a:pt x="9040" y="4137"/>
                </a:lnTo>
                <a:lnTo>
                  <a:pt x="90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249242" y="5090346"/>
            <a:ext cx="120260" cy="55158"/>
          </a:xfrm>
          <a:custGeom>
            <a:avLst/>
            <a:gdLst/>
            <a:ahLst/>
            <a:cxnLst/>
            <a:rect l="l" t="t" r="r" b="b"/>
            <a:pathLst>
              <a:path w="4003" h="1836" extrusionOk="0">
                <a:moveTo>
                  <a:pt x="0" y="1"/>
                </a:moveTo>
                <a:lnTo>
                  <a:pt x="0" y="1836"/>
                </a:lnTo>
                <a:lnTo>
                  <a:pt x="4003" y="1836"/>
                </a:lnTo>
                <a:lnTo>
                  <a:pt x="4003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53137" y="4763463"/>
            <a:ext cx="110126" cy="55149"/>
          </a:xfrm>
          <a:custGeom>
            <a:avLst/>
            <a:gdLst/>
            <a:ahLst/>
            <a:cxnLst/>
            <a:rect l="l" t="t" r="r" b="b"/>
            <a:pathLst>
              <a:path w="3971" h="1836" extrusionOk="0">
                <a:moveTo>
                  <a:pt x="1" y="1"/>
                </a:moveTo>
                <a:lnTo>
                  <a:pt x="1" y="1835"/>
                </a:lnTo>
                <a:lnTo>
                  <a:pt x="3970" y="1835"/>
                </a:lnTo>
                <a:lnTo>
                  <a:pt x="39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-117957" y="2507499"/>
            <a:ext cx="356660" cy="55897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2397265" y="5072453"/>
            <a:ext cx="298720" cy="32129"/>
          </a:xfrm>
          <a:custGeom>
            <a:avLst/>
            <a:gdLst/>
            <a:ahLst/>
            <a:cxnLst/>
            <a:rect l="l" t="t" r="r" b="b"/>
            <a:pathLst>
              <a:path w="10041" h="1235" extrusionOk="0">
                <a:moveTo>
                  <a:pt x="0" y="0"/>
                </a:moveTo>
                <a:lnTo>
                  <a:pt x="0" y="1235"/>
                </a:lnTo>
                <a:lnTo>
                  <a:pt x="10041" y="1235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-182595" y="1310198"/>
            <a:ext cx="298720" cy="32129"/>
          </a:xfrm>
          <a:custGeom>
            <a:avLst/>
            <a:gdLst/>
            <a:ahLst/>
            <a:cxnLst/>
            <a:rect l="l" t="t" r="r" b="b"/>
            <a:pathLst>
              <a:path w="10041" h="1235" extrusionOk="0">
                <a:moveTo>
                  <a:pt x="0" y="0"/>
                </a:moveTo>
                <a:lnTo>
                  <a:pt x="0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-198255" y="3614761"/>
            <a:ext cx="297728" cy="52967"/>
          </a:xfrm>
          <a:custGeom>
            <a:avLst/>
            <a:gdLst/>
            <a:ahLst/>
            <a:cxnLst/>
            <a:rect l="l" t="t" r="r" b="b"/>
            <a:pathLst>
              <a:path w="45734" h="3537" extrusionOk="0">
                <a:moveTo>
                  <a:pt x="1" y="1"/>
                </a:moveTo>
                <a:lnTo>
                  <a:pt x="1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-386487" y="3273275"/>
            <a:ext cx="584825" cy="65074"/>
          </a:xfrm>
          <a:custGeom>
            <a:avLst/>
            <a:gdLst/>
            <a:ahLst/>
            <a:cxnLst/>
            <a:rect l="l" t="t" r="r" b="b"/>
            <a:pathLst>
              <a:path w="144938" h="568" extrusionOk="0">
                <a:moveTo>
                  <a:pt x="0" y="0"/>
                </a:moveTo>
                <a:lnTo>
                  <a:pt x="0" y="568"/>
                </a:lnTo>
                <a:lnTo>
                  <a:pt x="144937" y="568"/>
                </a:lnTo>
                <a:lnTo>
                  <a:pt x="14493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-545150" y="1838499"/>
            <a:ext cx="614308" cy="67717"/>
          </a:xfrm>
          <a:custGeom>
            <a:avLst/>
            <a:gdLst/>
            <a:ahLst/>
            <a:cxnLst/>
            <a:rect l="l" t="t" r="r" b="b"/>
            <a:pathLst>
              <a:path w="20649" h="2603" extrusionOk="0">
                <a:moveTo>
                  <a:pt x="0" y="0"/>
                </a:moveTo>
                <a:lnTo>
                  <a:pt x="0" y="2602"/>
                </a:lnTo>
                <a:lnTo>
                  <a:pt x="20648" y="2602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-651875" y="4678028"/>
            <a:ext cx="966313" cy="38452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7"/>
                </a:lnTo>
                <a:lnTo>
                  <a:pt x="56641" y="4037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8559238" y="371261"/>
            <a:ext cx="1360557" cy="22902"/>
          </a:xfrm>
          <a:custGeom>
            <a:avLst/>
            <a:gdLst/>
            <a:ahLst/>
            <a:cxnLst/>
            <a:rect l="l" t="t" r="r" b="b"/>
            <a:pathLst>
              <a:path w="45733" h="3537" extrusionOk="0">
                <a:moveTo>
                  <a:pt x="0" y="1"/>
                </a:moveTo>
                <a:lnTo>
                  <a:pt x="0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8287435" y="4721"/>
            <a:ext cx="614308" cy="6685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9212902" y="1385536"/>
            <a:ext cx="298720" cy="32987"/>
          </a:xfrm>
          <a:custGeom>
            <a:avLst/>
            <a:gdLst/>
            <a:ahLst/>
            <a:cxnLst/>
            <a:rect l="l" t="t" r="r" b="b"/>
            <a:pathLst>
              <a:path w="10041" h="1268" extrusionOk="0">
                <a:moveTo>
                  <a:pt x="0" y="0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8853491" y="1068149"/>
            <a:ext cx="489268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1" y="0"/>
                </a:moveTo>
                <a:lnTo>
                  <a:pt x="1" y="2068"/>
                </a:lnTo>
                <a:lnTo>
                  <a:pt x="16446" y="2068"/>
                </a:lnTo>
                <a:lnTo>
                  <a:pt x="164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"/>
          <p:cNvSpPr/>
          <p:nvPr/>
        </p:nvSpPr>
        <p:spPr>
          <a:xfrm flipH="1">
            <a:off x="8898784" y="2457652"/>
            <a:ext cx="629216" cy="60024"/>
          </a:xfrm>
          <a:custGeom>
            <a:avLst/>
            <a:gdLst/>
            <a:ahLst/>
            <a:cxnLst/>
            <a:rect l="l" t="t" r="r" b="b"/>
            <a:pathLst>
              <a:path w="56642" h="4070" extrusionOk="0">
                <a:moveTo>
                  <a:pt x="1" y="0"/>
                </a:moveTo>
                <a:lnTo>
                  <a:pt x="1" y="4070"/>
                </a:lnTo>
                <a:lnTo>
                  <a:pt x="56641" y="4070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5885376" y="158557"/>
            <a:ext cx="298750" cy="32129"/>
          </a:xfrm>
          <a:custGeom>
            <a:avLst/>
            <a:gdLst/>
            <a:ahLst/>
            <a:cxnLst/>
            <a:rect l="l" t="t" r="r" b="b"/>
            <a:pathLst>
              <a:path w="10042" h="1235" extrusionOk="0">
                <a:moveTo>
                  <a:pt x="1" y="0"/>
                </a:moveTo>
                <a:lnTo>
                  <a:pt x="1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233300" y="4973780"/>
            <a:ext cx="489268" cy="32126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1" y="1"/>
                </a:moveTo>
                <a:lnTo>
                  <a:pt x="1" y="2069"/>
                </a:lnTo>
                <a:lnTo>
                  <a:pt x="16446" y="2069"/>
                </a:lnTo>
                <a:lnTo>
                  <a:pt x="1644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5169933" y="-47932"/>
            <a:ext cx="614308" cy="66833"/>
          </a:xfrm>
          <a:custGeom>
            <a:avLst/>
            <a:gdLst/>
            <a:ahLst/>
            <a:cxnLst/>
            <a:rect l="l" t="t" r="r" b="b"/>
            <a:pathLst>
              <a:path w="20649" h="2569" extrusionOk="0">
                <a:moveTo>
                  <a:pt x="0" y="0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"/>
          <p:cNvSpPr/>
          <p:nvPr/>
        </p:nvSpPr>
        <p:spPr>
          <a:xfrm rot="10800000" flipH="1">
            <a:off x="9059738" y="3627193"/>
            <a:ext cx="809258" cy="52976"/>
          </a:xfrm>
          <a:custGeom>
            <a:avLst/>
            <a:gdLst/>
            <a:ahLst/>
            <a:cxnLst/>
            <a:rect l="l" t="t" r="r" b="b"/>
            <a:pathLst>
              <a:path w="56641" h="4037" extrusionOk="0">
                <a:moveTo>
                  <a:pt x="0" y="0"/>
                </a:moveTo>
                <a:lnTo>
                  <a:pt x="0" y="4036"/>
                </a:lnTo>
                <a:lnTo>
                  <a:pt x="56641" y="4036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"/>
          <p:cNvSpPr/>
          <p:nvPr/>
        </p:nvSpPr>
        <p:spPr>
          <a:xfrm rot="10800000" flipH="1">
            <a:off x="8884500" y="2244757"/>
            <a:ext cx="110100" cy="48174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4"/>
          <p:cNvSpPr/>
          <p:nvPr/>
        </p:nvSpPr>
        <p:spPr>
          <a:xfrm rot="10800000" flipH="1">
            <a:off x="6996625" y="198582"/>
            <a:ext cx="271595" cy="69900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451050" y="4943150"/>
            <a:ext cx="390148" cy="38453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1" y="1"/>
                </a:moveTo>
                <a:lnTo>
                  <a:pt x="1" y="2603"/>
                </a:lnTo>
                <a:lnTo>
                  <a:pt x="16246" y="2603"/>
                </a:lnTo>
                <a:lnTo>
                  <a:pt x="162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-91500" y="4217505"/>
            <a:ext cx="390153" cy="39849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0" y="1"/>
                </a:moveTo>
                <a:lnTo>
                  <a:pt x="0" y="2269"/>
                </a:lnTo>
                <a:lnTo>
                  <a:pt x="24751" y="2269"/>
                </a:lnTo>
                <a:lnTo>
                  <a:pt x="2475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"/>
          <p:cNvSpPr/>
          <p:nvPr/>
        </p:nvSpPr>
        <p:spPr>
          <a:xfrm rot="10800000" flipH="1">
            <a:off x="9042710" y="863571"/>
            <a:ext cx="966362" cy="23650"/>
          </a:xfrm>
          <a:custGeom>
            <a:avLst/>
            <a:gdLst/>
            <a:ahLst/>
            <a:cxnLst/>
            <a:rect l="l" t="t" r="r" b="b"/>
            <a:pathLst>
              <a:path w="43432" h="702" extrusionOk="0">
                <a:moveTo>
                  <a:pt x="0" y="1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640363" y="548866"/>
            <a:ext cx="141169" cy="39630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1"/>
                </a:lnTo>
                <a:lnTo>
                  <a:pt x="4637" y="1301"/>
                </a:lnTo>
                <a:lnTo>
                  <a:pt x="46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8823525" y="1291522"/>
            <a:ext cx="280268" cy="42575"/>
          </a:xfrm>
          <a:custGeom>
            <a:avLst/>
            <a:gdLst/>
            <a:ahLst/>
            <a:cxnLst/>
            <a:rect l="l" t="t" r="r" b="b"/>
            <a:pathLst>
              <a:path w="9208" h="2569" extrusionOk="0">
                <a:moveTo>
                  <a:pt x="1" y="0"/>
                </a:moveTo>
                <a:lnTo>
                  <a:pt x="1" y="2569"/>
                </a:lnTo>
                <a:lnTo>
                  <a:pt x="9207" y="2569"/>
                </a:lnTo>
                <a:lnTo>
                  <a:pt x="92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6567525" y="79800"/>
            <a:ext cx="726172" cy="39850"/>
          </a:xfrm>
          <a:custGeom>
            <a:avLst/>
            <a:gdLst/>
            <a:ahLst/>
            <a:cxnLst/>
            <a:rect l="l" t="t" r="r" b="b"/>
            <a:pathLst>
              <a:path w="22684" h="701" extrusionOk="0">
                <a:moveTo>
                  <a:pt x="0" y="0"/>
                </a:moveTo>
                <a:lnTo>
                  <a:pt x="0" y="701"/>
                </a:lnTo>
                <a:lnTo>
                  <a:pt x="22683" y="701"/>
                </a:lnTo>
                <a:lnTo>
                  <a:pt x="2268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8849875" y="1653784"/>
            <a:ext cx="75181" cy="21367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2845069" y="5110825"/>
            <a:ext cx="302096" cy="17547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2305900" y="4888373"/>
            <a:ext cx="406119" cy="48026"/>
          </a:xfrm>
          <a:custGeom>
            <a:avLst/>
            <a:gdLst/>
            <a:ahLst/>
            <a:cxnLst/>
            <a:rect l="l" t="t" r="r" b="b"/>
            <a:pathLst>
              <a:path w="9241" h="2602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8761232" y="879430"/>
            <a:ext cx="123911" cy="34547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3357438" y="4879025"/>
            <a:ext cx="123911" cy="35581"/>
          </a:xfrm>
          <a:custGeom>
            <a:avLst/>
            <a:gdLst/>
            <a:ahLst/>
            <a:cxnLst/>
            <a:rect l="l" t="t" r="r" b="b"/>
            <a:pathLst>
              <a:path w="4071" h="1169" extrusionOk="0">
                <a:moveTo>
                  <a:pt x="1" y="1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-780300" y="1653225"/>
            <a:ext cx="896967" cy="35599"/>
          </a:xfrm>
          <a:custGeom>
            <a:avLst/>
            <a:gdLst/>
            <a:ahLst/>
            <a:cxnLst/>
            <a:rect l="l" t="t" r="r" b="b"/>
            <a:pathLst>
              <a:path w="42465" h="1135" extrusionOk="0">
                <a:moveTo>
                  <a:pt x="1" y="0"/>
                </a:moveTo>
                <a:lnTo>
                  <a:pt x="1" y="1134"/>
                </a:lnTo>
                <a:lnTo>
                  <a:pt x="42464" y="1134"/>
                </a:lnTo>
                <a:lnTo>
                  <a:pt x="4246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9021550" y="3431662"/>
            <a:ext cx="324920" cy="55882"/>
          </a:xfrm>
          <a:custGeom>
            <a:avLst/>
            <a:gdLst/>
            <a:ahLst/>
            <a:cxnLst/>
            <a:rect l="l" t="t" r="r" b="b"/>
            <a:pathLst>
              <a:path w="10675" h="3070" extrusionOk="0">
                <a:moveTo>
                  <a:pt x="0" y="1"/>
                </a:moveTo>
                <a:lnTo>
                  <a:pt x="0" y="3070"/>
                </a:lnTo>
                <a:lnTo>
                  <a:pt x="10674" y="3070"/>
                </a:lnTo>
                <a:lnTo>
                  <a:pt x="1067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"/>
          <p:cNvSpPr/>
          <p:nvPr/>
        </p:nvSpPr>
        <p:spPr>
          <a:xfrm rot="10800000" flipH="1">
            <a:off x="9050712" y="3231146"/>
            <a:ext cx="138095" cy="65023"/>
          </a:xfrm>
          <a:custGeom>
            <a:avLst/>
            <a:gdLst/>
            <a:ahLst/>
            <a:cxnLst/>
            <a:rect l="l" t="t" r="r" b="b"/>
            <a:pathLst>
              <a:path w="4537" h="4838" extrusionOk="0">
                <a:moveTo>
                  <a:pt x="0" y="1"/>
                </a:moveTo>
                <a:lnTo>
                  <a:pt x="0" y="4838"/>
                </a:lnTo>
                <a:lnTo>
                  <a:pt x="4537" y="4838"/>
                </a:lnTo>
                <a:lnTo>
                  <a:pt x="45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9048125" y="2243350"/>
            <a:ext cx="274151" cy="89221"/>
          </a:xfrm>
          <a:custGeom>
            <a:avLst/>
            <a:gdLst/>
            <a:ahLst/>
            <a:cxnLst/>
            <a:rect l="l" t="t" r="r" b="b"/>
            <a:pathLst>
              <a:path w="9007" h="4271" extrusionOk="0">
                <a:moveTo>
                  <a:pt x="0" y="0"/>
                </a:moveTo>
                <a:lnTo>
                  <a:pt x="0" y="4270"/>
                </a:lnTo>
                <a:lnTo>
                  <a:pt x="9007" y="4270"/>
                </a:lnTo>
                <a:lnTo>
                  <a:pt x="90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-95653" y="1178888"/>
            <a:ext cx="137091" cy="39630"/>
          </a:xfrm>
          <a:custGeom>
            <a:avLst/>
            <a:gdLst/>
            <a:ahLst/>
            <a:cxnLst/>
            <a:rect l="l" t="t" r="r" b="b"/>
            <a:pathLst>
              <a:path w="4504" h="1302" extrusionOk="0">
                <a:moveTo>
                  <a:pt x="0" y="1"/>
                </a:moveTo>
                <a:lnTo>
                  <a:pt x="0" y="1302"/>
                </a:lnTo>
                <a:lnTo>
                  <a:pt x="4503" y="1302"/>
                </a:lnTo>
                <a:lnTo>
                  <a:pt x="45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8903525" y="142662"/>
            <a:ext cx="584857" cy="56888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1" y="1"/>
                </a:moveTo>
                <a:lnTo>
                  <a:pt x="1" y="1869"/>
                </a:lnTo>
                <a:lnTo>
                  <a:pt x="19215" y="1869"/>
                </a:lnTo>
                <a:lnTo>
                  <a:pt x="192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7949414" y="23899"/>
            <a:ext cx="218298" cy="34547"/>
          </a:xfrm>
          <a:custGeom>
            <a:avLst/>
            <a:gdLst/>
            <a:ahLst/>
            <a:cxnLst/>
            <a:rect l="l" t="t" r="r" b="b"/>
            <a:pathLst>
              <a:path w="7172" h="1135" extrusionOk="0">
                <a:moveTo>
                  <a:pt x="0" y="0"/>
                </a:moveTo>
                <a:lnTo>
                  <a:pt x="0" y="1135"/>
                </a:lnTo>
                <a:lnTo>
                  <a:pt x="7172" y="1135"/>
                </a:lnTo>
                <a:lnTo>
                  <a:pt x="71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29008" y="3115567"/>
            <a:ext cx="76155" cy="21337"/>
          </a:xfrm>
          <a:custGeom>
            <a:avLst/>
            <a:gdLst/>
            <a:ahLst/>
            <a:cxnLst/>
            <a:rect l="l" t="t" r="r" b="b"/>
            <a:pathLst>
              <a:path w="2502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144213" y="3608269"/>
            <a:ext cx="76185" cy="2133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199019" y="3447006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1306175" y="5040301"/>
            <a:ext cx="1057895" cy="32975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0" y="0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-105357" y="4587262"/>
            <a:ext cx="76155" cy="21337"/>
          </a:xfrm>
          <a:custGeom>
            <a:avLst/>
            <a:gdLst/>
            <a:ahLst/>
            <a:cxnLst/>
            <a:rect l="l" t="t" r="r" b="b"/>
            <a:pathLst>
              <a:path w="2502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7745325" y="147147"/>
            <a:ext cx="406142" cy="17525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59430" y="5184978"/>
            <a:ext cx="80718" cy="22950"/>
          </a:xfrm>
          <a:custGeom>
            <a:avLst/>
            <a:gdLst/>
            <a:ahLst/>
            <a:cxnLst/>
            <a:rect l="l" t="t" r="r" b="b"/>
            <a:pathLst>
              <a:path w="2469" h="702" extrusionOk="0">
                <a:moveTo>
                  <a:pt x="0" y="1"/>
                </a:moveTo>
                <a:lnTo>
                  <a:pt x="0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432387" y="5096643"/>
            <a:ext cx="151628" cy="42566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708821" y="5097860"/>
            <a:ext cx="356642" cy="60023"/>
          </a:xfrm>
          <a:custGeom>
            <a:avLst/>
            <a:gdLst/>
            <a:ahLst/>
            <a:cxnLst/>
            <a:rect l="l" t="t" r="r" b="b"/>
            <a:pathLst>
              <a:path w="10909" h="1836" extrusionOk="0">
                <a:moveTo>
                  <a:pt x="0" y="1"/>
                </a:moveTo>
                <a:lnTo>
                  <a:pt x="0" y="1836"/>
                </a:lnTo>
                <a:lnTo>
                  <a:pt x="10908" y="1836"/>
                </a:lnTo>
                <a:lnTo>
                  <a:pt x="1090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3602050" y="5093488"/>
            <a:ext cx="225200" cy="35875"/>
          </a:xfrm>
          <a:custGeom>
            <a:avLst/>
            <a:gdLst/>
            <a:ahLst/>
            <a:cxnLst/>
            <a:rect l="l" t="t" r="r" b="b"/>
            <a:pathLst>
              <a:path w="9008" h="1435" extrusionOk="0">
                <a:moveTo>
                  <a:pt x="1" y="0"/>
                </a:moveTo>
                <a:lnTo>
                  <a:pt x="1" y="1435"/>
                </a:lnTo>
                <a:lnTo>
                  <a:pt x="9007" y="1435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6457425" y="217263"/>
            <a:ext cx="110100" cy="32549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4843000" y="52613"/>
            <a:ext cx="124900" cy="42575"/>
          </a:xfrm>
          <a:custGeom>
            <a:avLst/>
            <a:gdLst/>
            <a:ahLst/>
            <a:cxnLst/>
            <a:rect l="l" t="t" r="r" b="b"/>
            <a:pathLst>
              <a:path w="3204" h="835" extrusionOk="0">
                <a:moveTo>
                  <a:pt x="1" y="0"/>
                </a:moveTo>
                <a:lnTo>
                  <a:pt x="1" y="834"/>
                </a:lnTo>
                <a:lnTo>
                  <a:pt x="3203" y="834"/>
                </a:lnTo>
                <a:lnTo>
                  <a:pt x="32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-511031" y="2194564"/>
            <a:ext cx="681517" cy="23650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8919663" y="2675000"/>
            <a:ext cx="629265" cy="19653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230641" y="4957046"/>
            <a:ext cx="81829" cy="229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-125969" y="4742224"/>
            <a:ext cx="80750" cy="2295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-127468" y="4863824"/>
            <a:ext cx="302111" cy="8509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1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179379" y="5071568"/>
            <a:ext cx="133091" cy="38185"/>
          </a:xfrm>
          <a:custGeom>
            <a:avLst/>
            <a:gdLst/>
            <a:ahLst/>
            <a:cxnLst/>
            <a:rect l="l" t="t" r="r" b="b"/>
            <a:pathLst>
              <a:path w="4071" h="1168" extrusionOk="0">
                <a:moveTo>
                  <a:pt x="1" y="0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86295" y="4599393"/>
            <a:ext cx="81829" cy="2291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257269" y="4105924"/>
            <a:ext cx="81829" cy="2291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964553" y="4881456"/>
            <a:ext cx="150549" cy="42566"/>
          </a:xfrm>
          <a:custGeom>
            <a:avLst/>
            <a:gdLst/>
            <a:ahLst/>
            <a:cxnLst/>
            <a:rect l="l" t="t" r="r" b="b"/>
            <a:pathLst>
              <a:path w="4605" h="1302" extrusionOk="0">
                <a:moveTo>
                  <a:pt x="1" y="0"/>
                </a:moveTo>
                <a:lnTo>
                  <a:pt x="1" y="1301"/>
                </a:lnTo>
                <a:lnTo>
                  <a:pt x="4604" y="1301"/>
                </a:lnTo>
                <a:lnTo>
                  <a:pt x="46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1510806" y="4932763"/>
            <a:ext cx="134170" cy="37106"/>
          </a:xfrm>
          <a:custGeom>
            <a:avLst/>
            <a:gdLst/>
            <a:ahLst/>
            <a:cxnLst/>
            <a:rect l="l" t="t" r="r" b="b"/>
            <a:pathLst>
              <a:path w="4104" h="1135" extrusionOk="0">
                <a:moveTo>
                  <a:pt x="1" y="0"/>
                </a:moveTo>
                <a:lnTo>
                  <a:pt x="1" y="1134"/>
                </a:lnTo>
                <a:lnTo>
                  <a:pt x="4103" y="1134"/>
                </a:lnTo>
                <a:lnTo>
                  <a:pt x="41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8753500" y="1516025"/>
            <a:ext cx="809205" cy="48024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1" y="0"/>
                </a:moveTo>
                <a:lnTo>
                  <a:pt x="1" y="2235"/>
                </a:lnTo>
                <a:lnTo>
                  <a:pt x="24752" y="2235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8752263" y="711209"/>
            <a:ext cx="81829" cy="229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8873024" y="1879671"/>
            <a:ext cx="133058" cy="38218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-434287" y="2846664"/>
            <a:ext cx="531122" cy="74225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2"/>
                </a:lnTo>
                <a:lnTo>
                  <a:pt x="16245" y="2602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6235470" y="98722"/>
            <a:ext cx="142866" cy="22917"/>
          </a:xfrm>
          <a:custGeom>
            <a:avLst/>
            <a:gdLst/>
            <a:ahLst/>
            <a:cxnLst/>
            <a:rect l="l" t="t" r="r" b="b"/>
            <a:pathLst>
              <a:path w="4370" h="701" extrusionOk="0">
                <a:moveTo>
                  <a:pt x="0" y="0"/>
                </a:moveTo>
                <a:lnTo>
                  <a:pt x="0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8958050" y="695550"/>
            <a:ext cx="628186" cy="28100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1" y="0"/>
                </a:moveTo>
                <a:lnTo>
                  <a:pt x="1" y="1868"/>
                </a:lnTo>
                <a:lnTo>
                  <a:pt x="19215" y="1868"/>
                </a:lnTo>
                <a:lnTo>
                  <a:pt x="192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5460325" y="86109"/>
            <a:ext cx="245574" cy="48175"/>
          </a:xfrm>
          <a:custGeom>
            <a:avLst/>
            <a:gdLst/>
            <a:ahLst/>
            <a:cxnLst/>
            <a:rect l="l" t="t" r="r" b="b"/>
            <a:pathLst>
              <a:path w="3203" h="835" extrusionOk="0">
                <a:moveTo>
                  <a:pt x="1" y="1"/>
                </a:moveTo>
                <a:lnTo>
                  <a:pt x="1" y="834"/>
                </a:lnTo>
                <a:lnTo>
                  <a:pt x="3203" y="834"/>
                </a:lnTo>
                <a:lnTo>
                  <a:pt x="32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8451975" y="221250"/>
            <a:ext cx="225200" cy="36700"/>
          </a:xfrm>
          <a:custGeom>
            <a:avLst/>
            <a:gdLst/>
            <a:ahLst/>
            <a:cxnLst/>
            <a:rect l="l" t="t" r="r" b="b"/>
            <a:pathLst>
              <a:path w="9008" h="1468" extrusionOk="0">
                <a:moveTo>
                  <a:pt x="1" y="0"/>
                </a:moveTo>
                <a:lnTo>
                  <a:pt x="1" y="1468"/>
                </a:lnTo>
                <a:lnTo>
                  <a:pt x="9007" y="1468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9081500" y="2021250"/>
            <a:ext cx="204350" cy="32550"/>
          </a:xfrm>
          <a:custGeom>
            <a:avLst/>
            <a:gdLst/>
            <a:ahLst/>
            <a:cxnLst/>
            <a:rect l="l" t="t" r="r" b="b"/>
            <a:pathLst>
              <a:path w="8174" h="1302" extrusionOk="0">
                <a:moveTo>
                  <a:pt x="1" y="1"/>
                </a:moveTo>
                <a:lnTo>
                  <a:pt x="1" y="1302"/>
                </a:lnTo>
                <a:lnTo>
                  <a:pt x="8173" y="1302"/>
                </a:lnTo>
                <a:lnTo>
                  <a:pt x="817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8982138" y="3030600"/>
            <a:ext cx="406150" cy="65075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3"/>
                </a:lnTo>
                <a:lnTo>
                  <a:pt x="16245" y="2603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9310550" y="3520650"/>
            <a:ext cx="62550" cy="17550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9102375" y="3769175"/>
            <a:ext cx="62575" cy="17525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"/>
          <p:cNvSpPr/>
          <p:nvPr/>
        </p:nvSpPr>
        <p:spPr>
          <a:xfrm rot="10800000" flipH="1">
            <a:off x="5894863" y="18225"/>
            <a:ext cx="279773" cy="39850"/>
          </a:xfrm>
          <a:custGeom>
            <a:avLst/>
            <a:gdLst/>
            <a:ahLst/>
            <a:cxnLst/>
            <a:rect l="l" t="t" r="r" b="b"/>
            <a:pathLst>
              <a:path w="4405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7401675" y="133700"/>
            <a:ext cx="225175" cy="36725"/>
          </a:xfrm>
          <a:custGeom>
            <a:avLst/>
            <a:gdLst/>
            <a:ahLst/>
            <a:cxnLst/>
            <a:rect l="l" t="t" r="r" b="b"/>
            <a:pathLst>
              <a:path w="9007" h="1469" extrusionOk="0">
                <a:moveTo>
                  <a:pt x="0" y="0"/>
                </a:moveTo>
                <a:lnTo>
                  <a:pt x="0" y="1468"/>
                </a:lnTo>
                <a:lnTo>
                  <a:pt x="9007" y="1468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4843488" y="5052488"/>
            <a:ext cx="123911" cy="35581"/>
          </a:xfrm>
          <a:custGeom>
            <a:avLst/>
            <a:gdLst/>
            <a:ahLst/>
            <a:cxnLst/>
            <a:rect l="l" t="t" r="r" b="b"/>
            <a:pathLst>
              <a:path w="4071" h="1169" extrusionOk="0">
                <a:moveTo>
                  <a:pt x="1" y="1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8"/>
          <p:cNvSpPr txBox="1">
            <a:spLocks noGrp="1"/>
          </p:cNvSpPr>
          <p:nvPr>
            <p:ph type="title"/>
          </p:nvPr>
        </p:nvSpPr>
        <p:spPr>
          <a:xfrm>
            <a:off x="1779150" y="1456650"/>
            <a:ext cx="5585700" cy="223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7" name="Google Shape;487;p8"/>
          <p:cNvSpPr/>
          <p:nvPr/>
        </p:nvSpPr>
        <p:spPr>
          <a:xfrm flipH="1">
            <a:off x="8912511" y="4024350"/>
            <a:ext cx="531216" cy="42550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8"/>
          <p:cNvSpPr/>
          <p:nvPr/>
        </p:nvSpPr>
        <p:spPr>
          <a:xfrm flipH="1">
            <a:off x="9054860" y="2075371"/>
            <a:ext cx="131316" cy="21090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8"/>
          <p:cNvSpPr/>
          <p:nvPr/>
        </p:nvSpPr>
        <p:spPr>
          <a:xfrm flipH="1">
            <a:off x="8746418" y="3722183"/>
            <a:ext cx="244576" cy="39085"/>
          </a:xfrm>
          <a:custGeom>
            <a:avLst/>
            <a:gdLst/>
            <a:ahLst/>
            <a:cxnLst/>
            <a:rect l="l" t="t" r="r" b="b"/>
            <a:pathLst>
              <a:path w="8141" h="1301" extrusionOk="0">
                <a:moveTo>
                  <a:pt x="1" y="0"/>
                </a:moveTo>
                <a:lnTo>
                  <a:pt x="1" y="1301"/>
                </a:lnTo>
                <a:lnTo>
                  <a:pt x="8140" y="1301"/>
                </a:lnTo>
                <a:lnTo>
                  <a:pt x="81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8"/>
          <p:cNvSpPr/>
          <p:nvPr/>
        </p:nvSpPr>
        <p:spPr>
          <a:xfrm flipH="1">
            <a:off x="8831890" y="3859283"/>
            <a:ext cx="577267" cy="56149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0" y="0"/>
                </a:moveTo>
                <a:lnTo>
                  <a:pt x="0" y="1868"/>
                </a:lnTo>
                <a:lnTo>
                  <a:pt x="19214" y="1868"/>
                </a:lnTo>
                <a:lnTo>
                  <a:pt x="192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8"/>
          <p:cNvSpPr/>
          <p:nvPr/>
        </p:nvSpPr>
        <p:spPr>
          <a:xfrm flipH="1">
            <a:off x="8448121" y="4698859"/>
            <a:ext cx="489062" cy="55151"/>
          </a:xfrm>
          <a:custGeom>
            <a:avLst/>
            <a:gdLst/>
            <a:ahLst/>
            <a:cxnLst/>
            <a:rect l="l" t="t" r="r" b="b"/>
            <a:pathLst>
              <a:path w="16279" h="2603" extrusionOk="0">
                <a:moveTo>
                  <a:pt x="0" y="0"/>
                </a:moveTo>
                <a:lnTo>
                  <a:pt x="0" y="2602"/>
                </a:lnTo>
                <a:lnTo>
                  <a:pt x="16278" y="2602"/>
                </a:lnTo>
                <a:lnTo>
                  <a:pt x="16278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8"/>
          <p:cNvSpPr/>
          <p:nvPr/>
        </p:nvSpPr>
        <p:spPr>
          <a:xfrm flipH="1">
            <a:off x="3487279" y="78901"/>
            <a:ext cx="742621" cy="56901"/>
          </a:xfrm>
          <a:custGeom>
            <a:avLst/>
            <a:gdLst/>
            <a:ahLst/>
            <a:cxnLst/>
            <a:rect l="l" t="t" r="r" b="b"/>
            <a:pathLst>
              <a:path w="24719" h="2236" extrusionOk="0">
                <a:moveTo>
                  <a:pt x="1" y="0"/>
                </a:moveTo>
                <a:lnTo>
                  <a:pt x="1" y="2235"/>
                </a:lnTo>
                <a:lnTo>
                  <a:pt x="24719" y="2235"/>
                </a:lnTo>
                <a:lnTo>
                  <a:pt x="24719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8"/>
          <p:cNvSpPr/>
          <p:nvPr/>
        </p:nvSpPr>
        <p:spPr>
          <a:xfrm rot="10800000">
            <a:off x="5351838" y="4996966"/>
            <a:ext cx="726183" cy="48174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0" y="0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8"/>
          <p:cNvSpPr/>
          <p:nvPr/>
        </p:nvSpPr>
        <p:spPr>
          <a:xfrm flipH="1">
            <a:off x="60986" y="2061639"/>
            <a:ext cx="75196" cy="2106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8"/>
          <p:cNvSpPr/>
          <p:nvPr/>
        </p:nvSpPr>
        <p:spPr>
          <a:xfrm flipH="1">
            <a:off x="4334233" y="105424"/>
            <a:ext cx="137102" cy="2365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8"/>
          <p:cNvSpPr/>
          <p:nvPr/>
        </p:nvSpPr>
        <p:spPr>
          <a:xfrm flipH="1">
            <a:off x="2274762" y="-42950"/>
            <a:ext cx="277634" cy="35076"/>
          </a:xfrm>
          <a:custGeom>
            <a:avLst/>
            <a:gdLst/>
            <a:ahLst/>
            <a:cxnLst/>
            <a:rect l="l" t="t" r="r" b="b"/>
            <a:pathLst>
              <a:path w="10909" h="1869" extrusionOk="0">
                <a:moveTo>
                  <a:pt x="1" y="1"/>
                </a:moveTo>
                <a:lnTo>
                  <a:pt x="1" y="1869"/>
                </a:lnTo>
                <a:lnTo>
                  <a:pt x="10908" y="1869"/>
                </a:lnTo>
                <a:lnTo>
                  <a:pt x="1090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8"/>
          <p:cNvSpPr/>
          <p:nvPr/>
        </p:nvSpPr>
        <p:spPr>
          <a:xfrm flipH="1">
            <a:off x="5469277" y="4851791"/>
            <a:ext cx="139319" cy="62148"/>
          </a:xfrm>
          <a:custGeom>
            <a:avLst/>
            <a:gdLst/>
            <a:ahLst/>
            <a:cxnLst/>
            <a:rect l="l" t="t" r="r" b="b"/>
            <a:pathLst>
              <a:path w="4637" h="2936" extrusionOk="0">
                <a:moveTo>
                  <a:pt x="0" y="0"/>
                </a:moveTo>
                <a:lnTo>
                  <a:pt x="0" y="2935"/>
                </a:lnTo>
                <a:lnTo>
                  <a:pt x="4637" y="2935"/>
                </a:lnTo>
                <a:lnTo>
                  <a:pt x="46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8"/>
          <p:cNvSpPr/>
          <p:nvPr/>
        </p:nvSpPr>
        <p:spPr>
          <a:xfrm flipH="1">
            <a:off x="4829792" y="5050483"/>
            <a:ext cx="122273" cy="35090"/>
          </a:xfrm>
          <a:custGeom>
            <a:avLst/>
            <a:gdLst/>
            <a:ahLst/>
            <a:cxnLst/>
            <a:rect l="l" t="t" r="r" b="b"/>
            <a:pathLst>
              <a:path w="4070" h="1168" extrusionOk="0">
                <a:moveTo>
                  <a:pt x="0" y="0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8"/>
          <p:cNvSpPr/>
          <p:nvPr/>
        </p:nvSpPr>
        <p:spPr>
          <a:xfrm flipH="1">
            <a:off x="4472929" y="4983517"/>
            <a:ext cx="132296" cy="55125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8"/>
          <p:cNvSpPr/>
          <p:nvPr/>
        </p:nvSpPr>
        <p:spPr>
          <a:xfrm flipH="1">
            <a:off x="154550" y="234696"/>
            <a:ext cx="245537" cy="39115"/>
          </a:xfrm>
          <a:custGeom>
            <a:avLst/>
            <a:gdLst/>
            <a:ahLst/>
            <a:cxnLst/>
            <a:rect l="l" t="t" r="r" b="b"/>
            <a:pathLst>
              <a:path w="8173" h="1302" extrusionOk="0">
                <a:moveTo>
                  <a:pt x="0" y="0"/>
                </a:moveTo>
                <a:lnTo>
                  <a:pt x="0" y="1301"/>
                </a:lnTo>
                <a:lnTo>
                  <a:pt x="8173" y="1301"/>
                </a:lnTo>
                <a:lnTo>
                  <a:pt x="8173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8"/>
          <p:cNvSpPr/>
          <p:nvPr/>
        </p:nvSpPr>
        <p:spPr>
          <a:xfrm rot="10800000">
            <a:off x="-287633" y="1727737"/>
            <a:ext cx="489092" cy="35128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8"/>
          <p:cNvSpPr/>
          <p:nvPr/>
        </p:nvSpPr>
        <p:spPr>
          <a:xfrm flipH="1">
            <a:off x="-81188" y="567300"/>
            <a:ext cx="245584" cy="77173"/>
          </a:xfrm>
          <a:custGeom>
            <a:avLst/>
            <a:gdLst/>
            <a:ahLst/>
            <a:cxnLst/>
            <a:rect l="l" t="t" r="r" b="b"/>
            <a:pathLst>
              <a:path w="16280" h="2569" extrusionOk="0">
                <a:moveTo>
                  <a:pt x="1" y="0"/>
                </a:moveTo>
                <a:lnTo>
                  <a:pt x="1" y="2569"/>
                </a:lnTo>
                <a:lnTo>
                  <a:pt x="16279" y="2569"/>
                </a:lnTo>
                <a:lnTo>
                  <a:pt x="16279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8"/>
          <p:cNvSpPr/>
          <p:nvPr/>
        </p:nvSpPr>
        <p:spPr>
          <a:xfrm flipH="1">
            <a:off x="8860196" y="2332844"/>
            <a:ext cx="216486" cy="35120"/>
          </a:xfrm>
          <a:custGeom>
            <a:avLst/>
            <a:gdLst/>
            <a:ahLst/>
            <a:cxnLst/>
            <a:rect l="l" t="t" r="r" b="b"/>
            <a:pathLst>
              <a:path w="7206" h="1169" extrusionOk="0">
                <a:moveTo>
                  <a:pt x="0" y="1"/>
                </a:moveTo>
                <a:lnTo>
                  <a:pt x="0" y="1168"/>
                </a:lnTo>
                <a:lnTo>
                  <a:pt x="7205" y="1168"/>
                </a:lnTo>
                <a:lnTo>
                  <a:pt x="720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8"/>
          <p:cNvSpPr/>
          <p:nvPr/>
        </p:nvSpPr>
        <p:spPr>
          <a:xfrm flipH="1">
            <a:off x="1137257" y="285920"/>
            <a:ext cx="215495" cy="35090"/>
          </a:xfrm>
          <a:custGeom>
            <a:avLst/>
            <a:gdLst/>
            <a:ahLst/>
            <a:cxnLst/>
            <a:rect l="l" t="t" r="r" b="b"/>
            <a:pathLst>
              <a:path w="7173" h="1168" extrusionOk="0">
                <a:moveTo>
                  <a:pt x="0" y="0"/>
                </a:moveTo>
                <a:lnTo>
                  <a:pt x="0" y="1168"/>
                </a:lnTo>
                <a:lnTo>
                  <a:pt x="7172" y="1168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8"/>
          <p:cNvSpPr/>
          <p:nvPr/>
        </p:nvSpPr>
        <p:spPr>
          <a:xfrm flipH="1">
            <a:off x="-50808" y="2854788"/>
            <a:ext cx="152287" cy="66828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1" y="1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8"/>
          <p:cNvSpPr/>
          <p:nvPr/>
        </p:nvSpPr>
        <p:spPr>
          <a:xfrm flipH="1">
            <a:off x="8878368" y="3206691"/>
            <a:ext cx="328755" cy="56149"/>
          </a:xfrm>
          <a:custGeom>
            <a:avLst/>
            <a:gdLst/>
            <a:ahLst/>
            <a:cxnLst/>
            <a:rect l="l" t="t" r="r" b="b"/>
            <a:pathLst>
              <a:path w="10943" h="1869" extrusionOk="0">
                <a:moveTo>
                  <a:pt x="1" y="1"/>
                </a:moveTo>
                <a:lnTo>
                  <a:pt x="1" y="1869"/>
                </a:lnTo>
                <a:lnTo>
                  <a:pt x="10942" y="1869"/>
                </a:lnTo>
                <a:lnTo>
                  <a:pt x="1094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8"/>
          <p:cNvSpPr/>
          <p:nvPr/>
        </p:nvSpPr>
        <p:spPr>
          <a:xfrm flipH="1">
            <a:off x="8925125" y="2635548"/>
            <a:ext cx="681484" cy="21090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8"/>
          <p:cNvSpPr/>
          <p:nvPr/>
        </p:nvSpPr>
        <p:spPr>
          <a:xfrm flipH="1">
            <a:off x="9346956" y="2537443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8"/>
          <p:cNvSpPr/>
          <p:nvPr/>
        </p:nvSpPr>
        <p:spPr>
          <a:xfrm flipH="1">
            <a:off x="8812095" y="2932084"/>
            <a:ext cx="139337" cy="39115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8"/>
          <p:cNvSpPr/>
          <p:nvPr/>
        </p:nvSpPr>
        <p:spPr>
          <a:xfrm flipH="1">
            <a:off x="9016842" y="1475186"/>
            <a:ext cx="152276" cy="48175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1"/>
                </a:moveTo>
                <a:lnTo>
                  <a:pt x="1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8"/>
          <p:cNvSpPr/>
          <p:nvPr/>
        </p:nvSpPr>
        <p:spPr>
          <a:xfrm flipH="1">
            <a:off x="1243575" y="17918"/>
            <a:ext cx="75166" cy="21090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8"/>
          <p:cNvSpPr/>
          <p:nvPr/>
        </p:nvSpPr>
        <p:spPr>
          <a:xfrm flipH="1">
            <a:off x="-302873" y="2894137"/>
            <a:ext cx="139319" cy="21099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1"/>
                </a:moveTo>
                <a:lnTo>
                  <a:pt x="0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8"/>
          <p:cNvSpPr/>
          <p:nvPr/>
        </p:nvSpPr>
        <p:spPr>
          <a:xfrm flipH="1">
            <a:off x="8911877" y="1955522"/>
            <a:ext cx="139319" cy="56148"/>
          </a:xfrm>
          <a:custGeom>
            <a:avLst/>
            <a:gdLst/>
            <a:ahLst/>
            <a:cxnLst/>
            <a:rect l="l" t="t" r="r" b="b"/>
            <a:pathLst>
              <a:path w="4637" h="2970" extrusionOk="0">
                <a:moveTo>
                  <a:pt x="0" y="1"/>
                </a:moveTo>
                <a:lnTo>
                  <a:pt x="0" y="2969"/>
                </a:lnTo>
                <a:lnTo>
                  <a:pt x="4637" y="2969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8"/>
          <p:cNvSpPr/>
          <p:nvPr/>
        </p:nvSpPr>
        <p:spPr>
          <a:xfrm flipH="1">
            <a:off x="9057842" y="1221207"/>
            <a:ext cx="122273" cy="35120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8"/>
          <p:cNvSpPr/>
          <p:nvPr/>
        </p:nvSpPr>
        <p:spPr>
          <a:xfrm flipH="1">
            <a:off x="6208419" y="5023315"/>
            <a:ext cx="136303" cy="62158"/>
          </a:xfrm>
          <a:custGeom>
            <a:avLst/>
            <a:gdLst/>
            <a:ahLst/>
            <a:cxnLst/>
            <a:rect l="l" t="t" r="r" b="b"/>
            <a:pathLst>
              <a:path w="4537" h="2069" extrusionOk="0">
                <a:moveTo>
                  <a:pt x="0" y="1"/>
                </a:moveTo>
                <a:lnTo>
                  <a:pt x="0" y="2069"/>
                </a:lnTo>
                <a:lnTo>
                  <a:pt x="4537" y="2069"/>
                </a:lnTo>
                <a:lnTo>
                  <a:pt x="45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8"/>
          <p:cNvSpPr/>
          <p:nvPr/>
        </p:nvSpPr>
        <p:spPr>
          <a:xfrm flipH="1">
            <a:off x="7184389" y="5098897"/>
            <a:ext cx="321725" cy="89226"/>
          </a:xfrm>
          <a:custGeom>
            <a:avLst/>
            <a:gdLst/>
            <a:ahLst/>
            <a:cxnLst/>
            <a:rect l="l" t="t" r="r" b="b"/>
            <a:pathLst>
              <a:path w="10709" h="2970" extrusionOk="0">
                <a:moveTo>
                  <a:pt x="1" y="1"/>
                </a:moveTo>
                <a:lnTo>
                  <a:pt x="1" y="2970"/>
                </a:lnTo>
                <a:lnTo>
                  <a:pt x="10708" y="2970"/>
                </a:lnTo>
                <a:lnTo>
                  <a:pt x="1070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8"/>
          <p:cNvSpPr/>
          <p:nvPr/>
        </p:nvSpPr>
        <p:spPr>
          <a:xfrm flipH="1">
            <a:off x="8957192" y="4431129"/>
            <a:ext cx="271592" cy="55146"/>
          </a:xfrm>
          <a:custGeom>
            <a:avLst/>
            <a:gdLst/>
            <a:ahLst/>
            <a:cxnLst/>
            <a:rect l="l" t="t" r="r" b="b"/>
            <a:pathLst>
              <a:path w="9041" h="4137" extrusionOk="0">
                <a:moveTo>
                  <a:pt x="0" y="0"/>
                </a:moveTo>
                <a:lnTo>
                  <a:pt x="0" y="4137"/>
                </a:lnTo>
                <a:lnTo>
                  <a:pt x="9040" y="4137"/>
                </a:lnTo>
                <a:lnTo>
                  <a:pt x="90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8"/>
          <p:cNvSpPr/>
          <p:nvPr/>
        </p:nvSpPr>
        <p:spPr>
          <a:xfrm flipH="1">
            <a:off x="9083434" y="945486"/>
            <a:ext cx="298720" cy="32987"/>
          </a:xfrm>
          <a:custGeom>
            <a:avLst/>
            <a:gdLst/>
            <a:ahLst/>
            <a:cxnLst/>
            <a:rect l="l" t="t" r="r" b="b"/>
            <a:pathLst>
              <a:path w="10041" h="1268" extrusionOk="0">
                <a:moveTo>
                  <a:pt x="0" y="0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8"/>
          <p:cNvSpPr/>
          <p:nvPr/>
        </p:nvSpPr>
        <p:spPr>
          <a:xfrm flipH="1">
            <a:off x="8901568" y="2473361"/>
            <a:ext cx="356660" cy="55897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8"/>
          <p:cNvSpPr/>
          <p:nvPr/>
        </p:nvSpPr>
        <p:spPr>
          <a:xfrm flipH="1">
            <a:off x="6502236" y="5077666"/>
            <a:ext cx="298720" cy="32129"/>
          </a:xfrm>
          <a:custGeom>
            <a:avLst/>
            <a:gdLst/>
            <a:ahLst/>
            <a:cxnLst/>
            <a:rect l="l" t="t" r="r" b="b"/>
            <a:pathLst>
              <a:path w="10041" h="1235" extrusionOk="0">
                <a:moveTo>
                  <a:pt x="0" y="0"/>
                </a:moveTo>
                <a:lnTo>
                  <a:pt x="0" y="1235"/>
                </a:lnTo>
                <a:lnTo>
                  <a:pt x="10041" y="1235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8"/>
          <p:cNvSpPr/>
          <p:nvPr/>
        </p:nvSpPr>
        <p:spPr>
          <a:xfrm flipH="1">
            <a:off x="8752244" y="4298937"/>
            <a:ext cx="681481" cy="42573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0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8"/>
          <p:cNvSpPr/>
          <p:nvPr/>
        </p:nvSpPr>
        <p:spPr>
          <a:xfrm flipH="1">
            <a:off x="9016571" y="3574563"/>
            <a:ext cx="584825" cy="65074"/>
          </a:xfrm>
          <a:custGeom>
            <a:avLst/>
            <a:gdLst/>
            <a:ahLst/>
            <a:cxnLst/>
            <a:rect l="l" t="t" r="r" b="b"/>
            <a:pathLst>
              <a:path w="144938" h="568" extrusionOk="0">
                <a:moveTo>
                  <a:pt x="0" y="0"/>
                </a:moveTo>
                <a:lnTo>
                  <a:pt x="0" y="568"/>
                </a:lnTo>
                <a:lnTo>
                  <a:pt x="144937" y="568"/>
                </a:lnTo>
                <a:lnTo>
                  <a:pt x="14493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8"/>
          <p:cNvSpPr/>
          <p:nvPr/>
        </p:nvSpPr>
        <p:spPr>
          <a:xfrm flipH="1">
            <a:off x="8987667" y="1804895"/>
            <a:ext cx="614308" cy="34073"/>
          </a:xfrm>
          <a:custGeom>
            <a:avLst/>
            <a:gdLst/>
            <a:ahLst/>
            <a:cxnLst/>
            <a:rect l="l" t="t" r="r" b="b"/>
            <a:pathLst>
              <a:path w="20649" h="2603" extrusionOk="0">
                <a:moveTo>
                  <a:pt x="0" y="0"/>
                </a:moveTo>
                <a:lnTo>
                  <a:pt x="0" y="2602"/>
                </a:lnTo>
                <a:lnTo>
                  <a:pt x="20648" y="2602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8"/>
          <p:cNvSpPr/>
          <p:nvPr/>
        </p:nvSpPr>
        <p:spPr>
          <a:xfrm flipH="1">
            <a:off x="8782708" y="4584716"/>
            <a:ext cx="966313" cy="38452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7"/>
                </a:lnTo>
                <a:lnTo>
                  <a:pt x="56641" y="4037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8"/>
          <p:cNvSpPr/>
          <p:nvPr/>
        </p:nvSpPr>
        <p:spPr>
          <a:xfrm flipH="1">
            <a:off x="-902257" y="412646"/>
            <a:ext cx="1360557" cy="53824"/>
          </a:xfrm>
          <a:custGeom>
            <a:avLst/>
            <a:gdLst/>
            <a:ahLst/>
            <a:cxnLst/>
            <a:rect l="l" t="t" r="r" b="b"/>
            <a:pathLst>
              <a:path w="45733" h="3537" extrusionOk="0">
                <a:moveTo>
                  <a:pt x="0" y="1"/>
                </a:moveTo>
                <a:lnTo>
                  <a:pt x="0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8"/>
          <p:cNvSpPr/>
          <p:nvPr/>
        </p:nvSpPr>
        <p:spPr>
          <a:xfrm flipH="1">
            <a:off x="39803" y="-12341"/>
            <a:ext cx="614308" cy="6685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8"/>
          <p:cNvSpPr/>
          <p:nvPr/>
        </p:nvSpPr>
        <p:spPr>
          <a:xfrm flipH="1">
            <a:off x="-200226" y="1276273"/>
            <a:ext cx="298720" cy="32987"/>
          </a:xfrm>
          <a:custGeom>
            <a:avLst/>
            <a:gdLst/>
            <a:ahLst/>
            <a:cxnLst/>
            <a:rect l="l" t="t" r="r" b="b"/>
            <a:pathLst>
              <a:path w="10041" h="1268" extrusionOk="0">
                <a:moveTo>
                  <a:pt x="0" y="0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8"/>
          <p:cNvSpPr/>
          <p:nvPr/>
        </p:nvSpPr>
        <p:spPr>
          <a:xfrm flipH="1">
            <a:off x="-43507" y="1158950"/>
            <a:ext cx="422333" cy="35152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1" y="0"/>
                </a:moveTo>
                <a:lnTo>
                  <a:pt x="1" y="2068"/>
                </a:lnTo>
                <a:lnTo>
                  <a:pt x="16446" y="2068"/>
                </a:lnTo>
                <a:lnTo>
                  <a:pt x="164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8"/>
          <p:cNvSpPr/>
          <p:nvPr/>
        </p:nvSpPr>
        <p:spPr>
          <a:xfrm>
            <a:off x="-484792" y="2487565"/>
            <a:ext cx="629151" cy="60022"/>
          </a:xfrm>
          <a:custGeom>
            <a:avLst/>
            <a:gdLst/>
            <a:ahLst/>
            <a:cxnLst/>
            <a:rect l="l" t="t" r="r" b="b"/>
            <a:pathLst>
              <a:path w="56642" h="4070" extrusionOk="0">
                <a:moveTo>
                  <a:pt x="1" y="0"/>
                </a:moveTo>
                <a:lnTo>
                  <a:pt x="1" y="4070"/>
                </a:lnTo>
                <a:lnTo>
                  <a:pt x="56641" y="4070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8"/>
          <p:cNvSpPr/>
          <p:nvPr/>
        </p:nvSpPr>
        <p:spPr>
          <a:xfrm flipH="1">
            <a:off x="2740546" y="159007"/>
            <a:ext cx="298749" cy="32129"/>
          </a:xfrm>
          <a:custGeom>
            <a:avLst/>
            <a:gdLst/>
            <a:ahLst/>
            <a:cxnLst/>
            <a:rect l="l" t="t" r="r" b="b"/>
            <a:pathLst>
              <a:path w="10042" h="1235" extrusionOk="0">
                <a:moveTo>
                  <a:pt x="1" y="0"/>
                </a:moveTo>
                <a:lnTo>
                  <a:pt x="1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8"/>
          <p:cNvSpPr/>
          <p:nvPr/>
        </p:nvSpPr>
        <p:spPr>
          <a:xfrm flipH="1">
            <a:off x="4800232" y="4932173"/>
            <a:ext cx="489268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1" y="1"/>
                </a:moveTo>
                <a:lnTo>
                  <a:pt x="1" y="2069"/>
                </a:lnTo>
                <a:lnTo>
                  <a:pt x="16446" y="2069"/>
                </a:lnTo>
                <a:lnTo>
                  <a:pt x="1644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8"/>
          <p:cNvSpPr/>
          <p:nvPr/>
        </p:nvSpPr>
        <p:spPr>
          <a:xfrm flipH="1">
            <a:off x="3092955" y="-42945"/>
            <a:ext cx="614308" cy="66833"/>
          </a:xfrm>
          <a:custGeom>
            <a:avLst/>
            <a:gdLst/>
            <a:ahLst/>
            <a:cxnLst/>
            <a:rect l="l" t="t" r="r" b="b"/>
            <a:pathLst>
              <a:path w="20649" h="2569" extrusionOk="0">
                <a:moveTo>
                  <a:pt x="0" y="0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8"/>
          <p:cNvSpPr/>
          <p:nvPr/>
        </p:nvSpPr>
        <p:spPr>
          <a:xfrm rot="10800000">
            <a:off x="-804925" y="3669255"/>
            <a:ext cx="809258" cy="52976"/>
          </a:xfrm>
          <a:custGeom>
            <a:avLst/>
            <a:gdLst/>
            <a:ahLst/>
            <a:cxnLst/>
            <a:rect l="l" t="t" r="r" b="b"/>
            <a:pathLst>
              <a:path w="56641" h="4037" extrusionOk="0">
                <a:moveTo>
                  <a:pt x="0" y="0"/>
                </a:moveTo>
                <a:lnTo>
                  <a:pt x="0" y="4036"/>
                </a:lnTo>
                <a:lnTo>
                  <a:pt x="56641" y="4036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8"/>
          <p:cNvSpPr/>
          <p:nvPr/>
        </p:nvSpPr>
        <p:spPr>
          <a:xfrm rot="10800000">
            <a:off x="-43529" y="2175132"/>
            <a:ext cx="110100" cy="48174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8"/>
          <p:cNvSpPr/>
          <p:nvPr/>
        </p:nvSpPr>
        <p:spPr>
          <a:xfrm rot="10800000">
            <a:off x="1653776" y="183469"/>
            <a:ext cx="271595" cy="69900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8"/>
          <p:cNvSpPr/>
          <p:nvPr/>
        </p:nvSpPr>
        <p:spPr>
          <a:xfrm flipH="1">
            <a:off x="8361927" y="4913781"/>
            <a:ext cx="390148" cy="34073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1" y="1"/>
                </a:moveTo>
                <a:lnTo>
                  <a:pt x="1" y="2603"/>
                </a:lnTo>
                <a:lnTo>
                  <a:pt x="16246" y="2603"/>
                </a:lnTo>
                <a:lnTo>
                  <a:pt x="162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8"/>
          <p:cNvSpPr/>
          <p:nvPr/>
        </p:nvSpPr>
        <p:spPr>
          <a:xfrm flipH="1">
            <a:off x="8695309" y="4140250"/>
            <a:ext cx="390153" cy="69074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0" y="1"/>
                </a:moveTo>
                <a:lnTo>
                  <a:pt x="0" y="2269"/>
                </a:lnTo>
                <a:lnTo>
                  <a:pt x="24751" y="2269"/>
                </a:lnTo>
                <a:lnTo>
                  <a:pt x="2475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8"/>
          <p:cNvSpPr/>
          <p:nvPr/>
        </p:nvSpPr>
        <p:spPr>
          <a:xfrm rot="10800000">
            <a:off x="-807276" y="1025359"/>
            <a:ext cx="966362" cy="23650"/>
          </a:xfrm>
          <a:custGeom>
            <a:avLst/>
            <a:gdLst/>
            <a:ahLst/>
            <a:cxnLst/>
            <a:rect l="l" t="t" r="r" b="b"/>
            <a:pathLst>
              <a:path w="43432" h="702" extrusionOk="0">
                <a:moveTo>
                  <a:pt x="0" y="1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8"/>
          <p:cNvSpPr/>
          <p:nvPr/>
        </p:nvSpPr>
        <p:spPr>
          <a:xfrm flipH="1">
            <a:off x="96584" y="918556"/>
            <a:ext cx="76185" cy="2133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8"/>
          <p:cNvSpPr/>
          <p:nvPr/>
        </p:nvSpPr>
        <p:spPr>
          <a:xfrm flipH="1">
            <a:off x="-62817" y="705341"/>
            <a:ext cx="76185" cy="2133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8"/>
          <p:cNvSpPr/>
          <p:nvPr/>
        </p:nvSpPr>
        <p:spPr>
          <a:xfrm flipH="1">
            <a:off x="-5468" y="1391425"/>
            <a:ext cx="280269" cy="42575"/>
          </a:xfrm>
          <a:custGeom>
            <a:avLst/>
            <a:gdLst/>
            <a:ahLst/>
            <a:cxnLst/>
            <a:rect l="l" t="t" r="r" b="b"/>
            <a:pathLst>
              <a:path w="9208" h="2569" extrusionOk="0">
                <a:moveTo>
                  <a:pt x="1" y="0"/>
                </a:moveTo>
                <a:lnTo>
                  <a:pt x="1" y="2569"/>
                </a:lnTo>
                <a:lnTo>
                  <a:pt x="9207" y="2569"/>
                </a:lnTo>
                <a:lnTo>
                  <a:pt x="92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8"/>
          <p:cNvSpPr/>
          <p:nvPr/>
        </p:nvSpPr>
        <p:spPr>
          <a:xfrm flipH="1">
            <a:off x="285003" y="925949"/>
            <a:ext cx="123911" cy="34547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8"/>
          <p:cNvSpPr/>
          <p:nvPr/>
        </p:nvSpPr>
        <p:spPr>
          <a:xfrm flipH="1">
            <a:off x="1618149" y="64675"/>
            <a:ext cx="726172" cy="39850"/>
          </a:xfrm>
          <a:custGeom>
            <a:avLst/>
            <a:gdLst/>
            <a:ahLst/>
            <a:cxnLst/>
            <a:rect l="l" t="t" r="r" b="b"/>
            <a:pathLst>
              <a:path w="22684" h="701" extrusionOk="0">
                <a:moveTo>
                  <a:pt x="0" y="0"/>
                </a:moveTo>
                <a:lnTo>
                  <a:pt x="0" y="701"/>
                </a:lnTo>
                <a:lnTo>
                  <a:pt x="22683" y="701"/>
                </a:lnTo>
                <a:lnTo>
                  <a:pt x="2268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8"/>
          <p:cNvSpPr/>
          <p:nvPr/>
        </p:nvSpPr>
        <p:spPr>
          <a:xfrm flipH="1">
            <a:off x="215215" y="1260909"/>
            <a:ext cx="75181" cy="21367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8"/>
          <p:cNvSpPr/>
          <p:nvPr/>
        </p:nvSpPr>
        <p:spPr>
          <a:xfrm rot="10800000">
            <a:off x="5728356" y="5128170"/>
            <a:ext cx="406150" cy="23648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8"/>
          <p:cNvSpPr/>
          <p:nvPr/>
        </p:nvSpPr>
        <p:spPr>
          <a:xfrm flipH="1">
            <a:off x="6237879" y="4898487"/>
            <a:ext cx="406142" cy="60028"/>
          </a:xfrm>
          <a:custGeom>
            <a:avLst/>
            <a:gdLst/>
            <a:ahLst/>
            <a:cxnLst/>
            <a:rect l="l" t="t" r="r" b="b"/>
            <a:pathLst>
              <a:path w="9241" h="2602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8"/>
          <p:cNvSpPr/>
          <p:nvPr/>
        </p:nvSpPr>
        <p:spPr>
          <a:xfrm flipH="1">
            <a:off x="5894272" y="4878363"/>
            <a:ext cx="123911" cy="35581"/>
          </a:xfrm>
          <a:custGeom>
            <a:avLst/>
            <a:gdLst/>
            <a:ahLst/>
            <a:cxnLst/>
            <a:rect l="l" t="t" r="r" b="b"/>
            <a:pathLst>
              <a:path w="4071" h="1169" extrusionOk="0">
                <a:moveTo>
                  <a:pt x="1" y="1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8"/>
          <p:cNvSpPr/>
          <p:nvPr/>
        </p:nvSpPr>
        <p:spPr>
          <a:xfrm flipH="1">
            <a:off x="8972154" y="1619088"/>
            <a:ext cx="896967" cy="35599"/>
          </a:xfrm>
          <a:custGeom>
            <a:avLst/>
            <a:gdLst/>
            <a:ahLst/>
            <a:cxnLst/>
            <a:rect l="l" t="t" r="r" b="b"/>
            <a:pathLst>
              <a:path w="42465" h="1135" extrusionOk="0">
                <a:moveTo>
                  <a:pt x="1" y="0"/>
                </a:moveTo>
                <a:lnTo>
                  <a:pt x="1" y="1134"/>
                </a:lnTo>
                <a:lnTo>
                  <a:pt x="42464" y="1134"/>
                </a:lnTo>
                <a:lnTo>
                  <a:pt x="4246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8"/>
          <p:cNvSpPr/>
          <p:nvPr/>
        </p:nvSpPr>
        <p:spPr>
          <a:xfrm flipH="1">
            <a:off x="-358600" y="3533387"/>
            <a:ext cx="324920" cy="55882"/>
          </a:xfrm>
          <a:custGeom>
            <a:avLst/>
            <a:gdLst/>
            <a:ahLst/>
            <a:cxnLst/>
            <a:rect l="l" t="t" r="r" b="b"/>
            <a:pathLst>
              <a:path w="10675" h="3070" extrusionOk="0">
                <a:moveTo>
                  <a:pt x="0" y="1"/>
                </a:moveTo>
                <a:lnTo>
                  <a:pt x="0" y="3070"/>
                </a:lnTo>
                <a:lnTo>
                  <a:pt x="10674" y="3070"/>
                </a:lnTo>
                <a:lnTo>
                  <a:pt x="1067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8"/>
          <p:cNvSpPr/>
          <p:nvPr/>
        </p:nvSpPr>
        <p:spPr>
          <a:xfrm rot="10800000">
            <a:off x="-48537" y="3332871"/>
            <a:ext cx="138095" cy="65023"/>
          </a:xfrm>
          <a:custGeom>
            <a:avLst/>
            <a:gdLst/>
            <a:ahLst/>
            <a:cxnLst/>
            <a:rect l="l" t="t" r="r" b="b"/>
            <a:pathLst>
              <a:path w="4537" h="4838" extrusionOk="0">
                <a:moveTo>
                  <a:pt x="0" y="1"/>
                </a:moveTo>
                <a:lnTo>
                  <a:pt x="0" y="4838"/>
                </a:lnTo>
                <a:lnTo>
                  <a:pt x="4537" y="4838"/>
                </a:lnTo>
                <a:lnTo>
                  <a:pt x="45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8"/>
          <p:cNvSpPr/>
          <p:nvPr/>
        </p:nvSpPr>
        <p:spPr>
          <a:xfrm flipH="1">
            <a:off x="8972170" y="1620813"/>
            <a:ext cx="141150" cy="52975"/>
          </a:xfrm>
          <a:custGeom>
            <a:avLst/>
            <a:gdLst/>
            <a:ahLst/>
            <a:cxnLst/>
            <a:rect l="l" t="t" r="r" b="b"/>
            <a:pathLst>
              <a:path w="5004" h="2336" extrusionOk="0">
                <a:moveTo>
                  <a:pt x="0" y="1"/>
                </a:moveTo>
                <a:lnTo>
                  <a:pt x="0" y="2336"/>
                </a:lnTo>
                <a:lnTo>
                  <a:pt x="5004" y="2336"/>
                </a:lnTo>
                <a:lnTo>
                  <a:pt x="50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8"/>
          <p:cNvSpPr/>
          <p:nvPr/>
        </p:nvSpPr>
        <p:spPr>
          <a:xfrm flipH="1">
            <a:off x="-38501" y="2332973"/>
            <a:ext cx="274151" cy="65026"/>
          </a:xfrm>
          <a:custGeom>
            <a:avLst/>
            <a:gdLst/>
            <a:ahLst/>
            <a:cxnLst/>
            <a:rect l="l" t="t" r="r" b="b"/>
            <a:pathLst>
              <a:path w="9007" h="4271" extrusionOk="0">
                <a:moveTo>
                  <a:pt x="0" y="0"/>
                </a:moveTo>
                <a:lnTo>
                  <a:pt x="0" y="4270"/>
                </a:lnTo>
                <a:lnTo>
                  <a:pt x="9007" y="4270"/>
                </a:lnTo>
                <a:lnTo>
                  <a:pt x="90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8"/>
          <p:cNvSpPr/>
          <p:nvPr/>
        </p:nvSpPr>
        <p:spPr>
          <a:xfrm flipH="1">
            <a:off x="8962483" y="1358851"/>
            <a:ext cx="137090" cy="39630"/>
          </a:xfrm>
          <a:custGeom>
            <a:avLst/>
            <a:gdLst/>
            <a:ahLst/>
            <a:cxnLst/>
            <a:rect l="l" t="t" r="r" b="b"/>
            <a:pathLst>
              <a:path w="4504" h="1302" extrusionOk="0">
                <a:moveTo>
                  <a:pt x="0" y="1"/>
                </a:moveTo>
                <a:lnTo>
                  <a:pt x="0" y="1302"/>
                </a:lnTo>
                <a:lnTo>
                  <a:pt x="4503" y="1302"/>
                </a:lnTo>
                <a:lnTo>
                  <a:pt x="45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8"/>
          <p:cNvSpPr/>
          <p:nvPr/>
        </p:nvSpPr>
        <p:spPr>
          <a:xfrm flipH="1">
            <a:off x="-462661" y="160137"/>
            <a:ext cx="584857" cy="56888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1" y="1"/>
                </a:moveTo>
                <a:lnTo>
                  <a:pt x="1" y="1869"/>
                </a:lnTo>
                <a:lnTo>
                  <a:pt x="19215" y="1869"/>
                </a:lnTo>
                <a:lnTo>
                  <a:pt x="1921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8"/>
          <p:cNvSpPr/>
          <p:nvPr/>
        </p:nvSpPr>
        <p:spPr>
          <a:xfrm flipH="1">
            <a:off x="8958908" y="3081429"/>
            <a:ext cx="76155" cy="21337"/>
          </a:xfrm>
          <a:custGeom>
            <a:avLst/>
            <a:gdLst/>
            <a:ahLst/>
            <a:cxnLst/>
            <a:rect l="l" t="t" r="r" b="b"/>
            <a:pathLst>
              <a:path w="2502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8"/>
          <p:cNvSpPr/>
          <p:nvPr/>
        </p:nvSpPr>
        <p:spPr>
          <a:xfrm flipH="1">
            <a:off x="8867247" y="3641919"/>
            <a:ext cx="76185" cy="2133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8"/>
          <p:cNvSpPr/>
          <p:nvPr/>
        </p:nvSpPr>
        <p:spPr>
          <a:xfrm flipH="1">
            <a:off x="9056094" y="2964142"/>
            <a:ext cx="281273" cy="7922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8"/>
          <p:cNvSpPr/>
          <p:nvPr/>
        </p:nvSpPr>
        <p:spPr>
          <a:xfrm flipH="1">
            <a:off x="8911421" y="3429194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8"/>
          <p:cNvSpPr/>
          <p:nvPr/>
        </p:nvSpPr>
        <p:spPr>
          <a:xfrm flipH="1">
            <a:off x="9117976" y="3366764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"/>
          <p:cNvSpPr/>
          <p:nvPr/>
        </p:nvSpPr>
        <p:spPr>
          <a:xfrm flipH="1">
            <a:off x="9039764" y="1100656"/>
            <a:ext cx="280261" cy="35875"/>
          </a:xfrm>
          <a:custGeom>
            <a:avLst/>
            <a:gdLst/>
            <a:ahLst/>
            <a:cxnLst/>
            <a:rect l="l" t="t" r="r" b="b"/>
            <a:pathLst>
              <a:path w="9207" h="2602" extrusionOk="0">
                <a:moveTo>
                  <a:pt x="0" y="0"/>
                </a:moveTo>
                <a:lnTo>
                  <a:pt x="0" y="2602"/>
                </a:lnTo>
                <a:lnTo>
                  <a:pt x="9207" y="2602"/>
                </a:lnTo>
                <a:lnTo>
                  <a:pt x="92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8"/>
          <p:cNvSpPr/>
          <p:nvPr/>
        </p:nvSpPr>
        <p:spPr>
          <a:xfrm flipH="1">
            <a:off x="6800951" y="5006163"/>
            <a:ext cx="1057895" cy="32975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0" y="0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8"/>
          <p:cNvSpPr/>
          <p:nvPr/>
        </p:nvSpPr>
        <p:spPr>
          <a:xfrm flipH="1">
            <a:off x="8025028" y="4790004"/>
            <a:ext cx="218272" cy="35875"/>
          </a:xfrm>
          <a:custGeom>
            <a:avLst/>
            <a:gdLst/>
            <a:ahLst/>
            <a:cxnLst/>
            <a:rect l="l" t="t" r="r" b="b"/>
            <a:pathLst>
              <a:path w="2469" h="701" extrusionOk="0">
                <a:moveTo>
                  <a:pt x="0" y="0"/>
                </a:moveTo>
                <a:lnTo>
                  <a:pt x="0" y="701"/>
                </a:lnTo>
                <a:lnTo>
                  <a:pt x="2469" y="701"/>
                </a:lnTo>
                <a:lnTo>
                  <a:pt x="246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8"/>
          <p:cNvSpPr/>
          <p:nvPr/>
        </p:nvSpPr>
        <p:spPr>
          <a:xfrm flipH="1">
            <a:off x="821621" y="78324"/>
            <a:ext cx="281273" cy="7922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8"/>
          <p:cNvSpPr/>
          <p:nvPr/>
        </p:nvSpPr>
        <p:spPr>
          <a:xfrm flipH="1">
            <a:off x="8556256" y="5062505"/>
            <a:ext cx="151628" cy="42566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8"/>
          <p:cNvSpPr/>
          <p:nvPr/>
        </p:nvSpPr>
        <p:spPr>
          <a:xfrm flipH="1">
            <a:off x="8074807" y="5063723"/>
            <a:ext cx="356642" cy="60023"/>
          </a:xfrm>
          <a:custGeom>
            <a:avLst/>
            <a:gdLst/>
            <a:ahLst/>
            <a:cxnLst/>
            <a:rect l="l" t="t" r="r" b="b"/>
            <a:pathLst>
              <a:path w="10909" h="1836" extrusionOk="0">
                <a:moveTo>
                  <a:pt x="0" y="1"/>
                </a:moveTo>
                <a:lnTo>
                  <a:pt x="0" y="1836"/>
                </a:lnTo>
                <a:lnTo>
                  <a:pt x="10908" y="1836"/>
                </a:lnTo>
                <a:lnTo>
                  <a:pt x="1090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8"/>
          <p:cNvSpPr/>
          <p:nvPr/>
        </p:nvSpPr>
        <p:spPr>
          <a:xfrm flipH="1">
            <a:off x="7624357" y="4853670"/>
            <a:ext cx="234503" cy="37106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1" y="1"/>
                </a:moveTo>
                <a:lnTo>
                  <a:pt x="1" y="1135"/>
                </a:lnTo>
                <a:lnTo>
                  <a:pt x="7173" y="1135"/>
                </a:lnTo>
                <a:lnTo>
                  <a:pt x="717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8"/>
          <p:cNvSpPr/>
          <p:nvPr/>
        </p:nvSpPr>
        <p:spPr>
          <a:xfrm flipH="1">
            <a:off x="5126646" y="5125575"/>
            <a:ext cx="225200" cy="35875"/>
          </a:xfrm>
          <a:custGeom>
            <a:avLst/>
            <a:gdLst/>
            <a:ahLst/>
            <a:cxnLst/>
            <a:rect l="l" t="t" r="r" b="b"/>
            <a:pathLst>
              <a:path w="9008" h="1435" extrusionOk="0">
                <a:moveTo>
                  <a:pt x="1" y="0"/>
                </a:moveTo>
                <a:lnTo>
                  <a:pt x="1" y="1435"/>
                </a:lnTo>
                <a:lnTo>
                  <a:pt x="9007" y="1435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8"/>
          <p:cNvSpPr/>
          <p:nvPr/>
        </p:nvSpPr>
        <p:spPr>
          <a:xfrm flipH="1">
            <a:off x="2119546" y="177088"/>
            <a:ext cx="110100" cy="32549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8"/>
          <p:cNvSpPr/>
          <p:nvPr/>
        </p:nvSpPr>
        <p:spPr>
          <a:xfrm flipH="1">
            <a:off x="2491006" y="171053"/>
            <a:ext cx="134170" cy="56150"/>
          </a:xfrm>
          <a:custGeom>
            <a:avLst/>
            <a:gdLst/>
            <a:ahLst/>
            <a:cxnLst/>
            <a:rect l="l" t="t" r="r" b="b"/>
            <a:pathLst>
              <a:path w="4370" h="701" extrusionOk="0">
                <a:moveTo>
                  <a:pt x="0" y="0"/>
                </a:moveTo>
                <a:lnTo>
                  <a:pt x="0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8"/>
          <p:cNvSpPr/>
          <p:nvPr/>
        </p:nvSpPr>
        <p:spPr>
          <a:xfrm flipH="1">
            <a:off x="3928296" y="7175"/>
            <a:ext cx="124900" cy="42575"/>
          </a:xfrm>
          <a:custGeom>
            <a:avLst/>
            <a:gdLst/>
            <a:ahLst/>
            <a:cxnLst/>
            <a:rect l="l" t="t" r="r" b="b"/>
            <a:pathLst>
              <a:path w="3204" h="835" extrusionOk="0">
                <a:moveTo>
                  <a:pt x="1" y="0"/>
                </a:moveTo>
                <a:lnTo>
                  <a:pt x="1" y="834"/>
                </a:lnTo>
                <a:lnTo>
                  <a:pt x="3203" y="834"/>
                </a:lnTo>
                <a:lnTo>
                  <a:pt x="32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8"/>
          <p:cNvSpPr/>
          <p:nvPr/>
        </p:nvSpPr>
        <p:spPr>
          <a:xfrm flipH="1">
            <a:off x="-408657" y="2717063"/>
            <a:ext cx="629265" cy="19653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8"/>
          <p:cNvSpPr/>
          <p:nvPr/>
        </p:nvSpPr>
        <p:spPr>
          <a:xfrm flipH="1">
            <a:off x="4537422" y="50397"/>
            <a:ext cx="531178" cy="48175"/>
          </a:xfrm>
          <a:custGeom>
            <a:avLst/>
            <a:gdLst/>
            <a:ahLst/>
            <a:cxnLst/>
            <a:rect l="l" t="t" r="r" b="b"/>
            <a:pathLst>
              <a:path w="24752" h="2270" extrusionOk="0">
                <a:moveTo>
                  <a:pt x="1" y="1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8"/>
          <p:cNvSpPr/>
          <p:nvPr/>
        </p:nvSpPr>
        <p:spPr>
          <a:xfrm flipH="1">
            <a:off x="9185489" y="4708086"/>
            <a:ext cx="80750" cy="2295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8"/>
          <p:cNvSpPr/>
          <p:nvPr/>
        </p:nvSpPr>
        <p:spPr>
          <a:xfrm flipH="1">
            <a:off x="8889427" y="4829686"/>
            <a:ext cx="302111" cy="8509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1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8"/>
          <p:cNvSpPr/>
          <p:nvPr/>
        </p:nvSpPr>
        <p:spPr>
          <a:xfrm flipH="1">
            <a:off x="8878363" y="5009530"/>
            <a:ext cx="133091" cy="38185"/>
          </a:xfrm>
          <a:custGeom>
            <a:avLst/>
            <a:gdLst/>
            <a:ahLst/>
            <a:cxnLst/>
            <a:rect l="l" t="t" r="r" b="b"/>
            <a:pathLst>
              <a:path w="4071" h="1168" extrusionOk="0">
                <a:moveTo>
                  <a:pt x="1" y="0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8"/>
          <p:cNvSpPr/>
          <p:nvPr/>
        </p:nvSpPr>
        <p:spPr>
          <a:xfrm flipH="1">
            <a:off x="8025169" y="4923519"/>
            <a:ext cx="150549" cy="42566"/>
          </a:xfrm>
          <a:custGeom>
            <a:avLst/>
            <a:gdLst/>
            <a:ahLst/>
            <a:cxnLst/>
            <a:rect l="l" t="t" r="r" b="b"/>
            <a:pathLst>
              <a:path w="4605" h="1302" extrusionOk="0">
                <a:moveTo>
                  <a:pt x="1" y="0"/>
                </a:moveTo>
                <a:lnTo>
                  <a:pt x="1" y="1301"/>
                </a:lnTo>
                <a:lnTo>
                  <a:pt x="4604" y="1301"/>
                </a:lnTo>
                <a:lnTo>
                  <a:pt x="46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8"/>
          <p:cNvSpPr/>
          <p:nvPr/>
        </p:nvSpPr>
        <p:spPr>
          <a:xfrm flipH="1">
            <a:off x="8986184" y="2175378"/>
            <a:ext cx="150549" cy="60024"/>
          </a:xfrm>
          <a:custGeom>
            <a:avLst/>
            <a:gdLst/>
            <a:ahLst/>
            <a:cxnLst/>
            <a:rect l="l" t="t" r="r" b="b"/>
            <a:pathLst>
              <a:path w="4605" h="2970" extrusionOk="0">
                <a:moveTo>
                  <a:pt x="1" y="1"/>
                </a:moveTo>
                <a:lnTo>
                  <a:pt x="1" y="2969"/>
                </a:lnTo>
                <a:lnTo>
                  <a:pt x="4604" y="2969"/>
                </a:lnTo>
                <a:lnTo>
                  <a:pt x="46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8"/>
          <p:cNvSpPr/>
          <p:nvPr/>
        </p:nvSpPr>
        <p:spPr>
          <a:xfrm flipH="1">
            <a:off x="6800959" y="4838685"/>
            <a:ext cx="302111" cy="48027"/>
          </a:xfrm>
          <a:custGeom>
            <a:avLst/>
            <a:gdLst/>
            <a:ahLst/>
            <a:cxnLst/>
            <a:rect l="l" t="t" r="r" b="b"/>
            <a:pathLst>
              <a:path w="9241" h="2570" extrusionOk="0">
                <a:moveTo>
                  <a:pt x="1" y="1"/>
                </a:moveTo>
                <a:lnTo>
                  <a:pt x="1" y="2569"/>
                </a:lnTo>
                <a:lnTo>
                  <a:pt x="9240" y="2569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8"/>
          <p:cNvSpPr/>
          <p:nvPr/>
        </p:nvSpPr>
        <p:spPr>
          <a:xfrm flipH="1">
            <a:off x="8701309" y="4462698"/>
            <a:ext cx="134170" cy="37139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8"/>
          <p:cNvSpPr/>
          <p:nvPr/>
        </p:nvSpPr>
        <p:spPr>
          <a:xfrm flipH="1">
            <a:off x="7342894" y="4898626"/>
            <a:ext cx="134170" cy="37106"/>
          </a:xfrm>
          <a:custGeom>
            <a:avLst/>
            <a:gdLst/>
            <a:ahLst/>
            <a:cxnLst/>
            <a:rect l="l" t="t" r="r" b="b"/>
            <a:pathLst>
              <a:path w="4104" h="1135" extrusionOk="0">
                <a:moveTo>
                  <a:pt x="1" y="0"/>
                </a:moveTo>
                <a:lnTo>
                  <a:pt x="1" y="1134"/>
                </a:lnTo>
                <a:lnTo>
                  <a:pt x="4103" y="1134"/>
                </a:lnTo>
                <a:lnTo>
                  <a:pt x="41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8"/>
          <p:cNvSpPr/>
          <p:nvPr/>
        </p:nvSpPr>
        <p:spPr>
          <a:xfrm flipH="1">
            <a:off x="-574834" y="1578012"/>
            <a:ext cx="809205" cy="28101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1" y="0"/>
                </a:moveTo>
                <a:lnTo>
                  <a:pt x="1" y="2235"/>
                </a:lnTo>
                <a:lnTo>
                  <a:pt x="24752" y="2235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8"/>
          <p:cNvSpPr/>
          <p:nvPr/>
        </p:nvSpPr>
        <p:spPr>
          <a:xfrm flipH="1">
            <a:off x="211904" y="717859"/>
            <a:ext cx="81829" cy="229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8"/>
          <p:cNvSpPr/>
          <p:nvPr/>
        </p:nvSpPr>
        <p:spPr>
          <a:xfrm flipH="1">
            <a:off x="-222596" y="1142580"/>
            <a:ext cx="104726" cy="37096"/>
          </a:xfrm>
          <a:custGeom>
            <a:avLst/>
            <a:gdLst/>
            <a:ahLst/>
            <a:cxnLst/>
            <a:rect l="l" t="t" r="r" b="b"/>
            <a:pathLst>
              <a:path w="4638" h="2936" extrusionOk="0">
                <a:moveTo>
                  <a:pt x="1" y="0"/>
                </a:moveTo>
                <a:lnTo>
                  <a:pt x="1" y="2936"/>
                </a:lnTo>
                <a:lnTo>
                  <a:pt x="4637" y="2936"/>
                </a:lnTo>
                <a:lnTo>
                  <a:pt x="46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8"/>
          <p:cNvSpPr/>
          <p:nvPr/>
        </p:nvSpPr>
        <p:spPr>
          <a:xfrm flipH="1">
            <a:off x="337541" y="132524"/>
            <a:ext cx="302134" cy="48175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0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8"/>
          <p:cNvSpPr/>
          <p:nvPr/>
        </p:nvSpPr>
        <p:spPr>
          <a:xfrm flipH="1">
            <a:off x="82780" y="1536200"/>
            <a:ext cx="151595" cy="69901"/>
          </a:xfrm>
          <a:custGeom>
            <a:avLst/>
            <a:gdLst/>
            <a:ahLst/>
            <a:cxnLst/>
            <a:rect l="l" t="t" r="r" b="b"/>
            <a:pathLst>
              <a:path w="4637" h="2937" extrusionOk="0">
                <a:moveTo>
                  <a:pt x="0" y="1"/>
                </a:moveTo>
                <a:lnTo>
                  <a:pt x="0" y="2936"/>
                </a:lnTo>
                <a:lnTo>
                  <a:pt x="4637" y="2936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8"/>
          <p:cNvSpPr/>
          <p:nvPr/>
        </p:nvSpPr>
        <p:spPr>
          <a:xfrm flipH="1">
            <a:off x="68139" y="1871062"/>
            <a:ext cx="133048" cy="39100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8"/>
          <p:cNvSpPr/>
          <p:nvPr/>
        </p:nvSpPr>
        <p:spPr>
          <a:xfrm flipH="1">
            <a:off x="8948623" y="2762914"/>
            <a:ext cx="531122" cy="74225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2"/>
                </a:lnTo>
                <a:lnTo>
                  <a:pt x="16245" y="2602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8"/>
          <p:cNvSpPr/>
          <p:nvPr/>
        </p:nvSpPr>
        <p:spPr>
          <a:xfrm flipH="1">
            <a:off x="2507235" y="70135"/>
            <a:ext cx="142866" cy="22917"/>
          </a:xfrm>
          <a:custGeom>
            <a:avLst/>
            <a:gdLst/>
            <a:ahLst/>
            <a:cxnLst/>
            <a:rect l="l" t="t" r="r" b="b"/>
            <a:pathLst>
              <a:path w="4370" h="701" extrusionOk="0">
                <a:moveTo>
                  <a:pt x="0" y="0"/>
                </a:moveTo>
                <a:lnTo>
                  <a:pt x="0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8"/>
          <p:cNvSpPr/>
          <p:nvPr/>
        </p:nvSpPr>
        <p:spPr>
          <a:xfrm flipH="1">
            <a:off x="-357178" y="808563"/>
            <a:ext cx="628186" cy="28100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1" y="0"/>
                </a:moveTo>
                <a:lnTo>
                  <a:pt x="1" y="1868"/>
                </a:lnTo>
                <a:lnTo>
                  <a:pt x="19215" y="1868"/>
                </a:lnTo>
                <a:lnTo>
                  <a:pt x="192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8"/>
          <p:cNvSpPr/>
          <p:nvPr/>
        </p:nvSpPr>
        <p:spPr>
          <a:xfrm flipH="1">
            <a:off x="3216334" y="142715"/>
            <a:ext cx="104714" cy="27298"/>
          </a:xfrm>
          <a:custGeom>
            <a:avLst/>
            <a:gdLst/>
            <a:ahLst/>
            <a:cxnLst/>
            <a:rect l="l" t="t" r="r" b="b"/>
            <a:pathLst>
              <a:path w="3203" h="835" extrusionOk="0">
                <a:moveTo>
                  <a:pt x="1" y="1"/>
                </a:moveTo>
                <a:lnTo>
                  <a:pt x="1" y="834"/>
                </a:lnTo>
                <a:lnTo>
                  <a:pt x="3203" y="834"/>
                </a:lnTo>
                <a:lnTo>
                  <a:pt x="32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8"/>
          <p:cNvSpPr/>
          <p:nvPr/>
        </p:nvSpPr>
        <p:spPr>
          <a:xfrm flipH="1">
            <a:off x="664308" y="278388"/>
            <a:ext cx="225200" cy="36700"/>
          </a:xfrm>
          <a:custGeom>
            <a:avLst/>
            <a:gdLst/>
            <a:ahLst/>
            <a:cxnLst/>
            <a:rect l="l" t="t" r="r" b="b"/>
            <a:pathLst>
              <a:path w="9008" h="1468" extrusionOk="0">
                <a:moveTo>
                  <a:pt x="1" y="0"/>
                </a:moveTo>
                <a:lnTo>
                  <a:pt x="1" y="1468"/>
                </a:lnTo>
                <a:lnTo>
                  <a:pt x="9007" y="1468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8"/>
          <p:cNvSpPr/>
          <p:nvPr/>
        </p:nvSpPr>
        <p:spPr>
          <a:xfrm flipH="1">
            <a:off x="-145267" y="1984450"/>
            <a:ext cx="204350" cy="32550"/>
          </a:xfrm>
          <a:custGeom>
            <a:avLst/>
            <a:gdLst/>
            <a:ahLst/>
            <a:cxnLst/>
            <a:rect l="l" t="t" r="r" b="b"/>
            <a:pathLst>
              <a:path w="8174" h="1302" extrusionOk="0">
                <a:moveTo>
                  <a:pt x="1" y="1"/>
                </a:moveTo>
                <a:lnTo>
                  <a:pt x="1" y="1302"/>
                </a:lnTo>
                <a:lnTo>
                  <a:pt x="8173" y="1302"/>
                </a:lnTo>
                <a:lnTo>
                  <a:pt x="817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8"/>
          <p:cNvSpPr/>
          <p:nvPr/>
        </p:nvSpPr>
        <p:spPr>
          <a:xfrm flipH="1">
            <a:off x="-324217" y="3072663"/>
            <a:ext cx="406150" cy="65075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3"/>
                </a:lnTo>
                <a:lnTo>
                  <a:pt x="16245" y="2603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8"/>
          <p:cNvSpPr/>
          <p:nvPr/>
        </p:nvSpPr>
        <p:spPr>
          <a:xfrm flipH="1">
            <a:off x="-309029" y="3562713"/>
            <a:ext cx="62550" cy="17550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8"/>
          <p:cNvSpPr/>
          <p:nvPr/>
        </p:nvSpPr>
        <p:spPr>
          <a:xfrm flipH="1">
            <a:off x="-100879" y="3811238"/>
            <a:ext cx="62575" cy="17525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8"/>
          <p:cNvSpPr/>
          <p:nvPr/>
        </p:nvSpPr>
        <p:spPr>
          <a:xfrm rot="10800000">
            <a:off x="2813173" y="62087"/>
            <a:ext cx="279773" cy="39850"/>
          </a:xfrm>
          <a:custGeom>
            <a:avLst/>
            <a:gdLst/>
            <a:ahLst/>
            <a:cxnLst/>
            <a:rect l="l" t="t" r="r" b="b"/>
            <a:pathLst>
              <a:path w="4405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8"/>
          <p:cNvSpPr/>
          <p:nvPr/>
        </p:nvSpPr>
        <p:spPr>
          <a:xfrm flipH="1">
            <a:off x="1284821" y="99563"/>
            <a:ext cx="225175" cy="36725"/>
          </a:xfrm>
          <a:custGeom>
            <a:avLst/>
            <a:gdLst/>
            <a:ahLst/>
            <a:cxnLst/>
            <a:rect l="l" t="t" r="r" b="b"/>
            <a:pathLst>
              <a:path w="9007" h="1469" extrusionOk="0">
                <a:moveTo>
                  <a:pt x="0" y="0"/>
                </a:moveTo>
                <a:lnTo>
                  <a:pt x="0" y="1468"/>
                </a:lnTo>
                <a:lnTo>
                  <a:pt x="9007" y="1468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8"/>
          <p:cNvSpPr/>
          <p:nvPr/>
        </p:nvSpPr>
        <p:spPr>
          <a:xfrm flipH="1">
            <a:off x="498579" y="621534"/>
            <a:ext cx="81829" cy="229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2"/>
          <p:cNvSpPr/>
          <p:nvPr/>
        </p:nvSpPr>
        <p:spPr>
          <a:xfrm rot="1356523" flipH="1">
            <a:off x="7359480" y="-103797"/>
            <a:ext cx="11640" cy="34572"/>
          </a:xfrm>
          <a:custGeom>
            <a:avLst/>
            <a:gdLst/>
            <a:ahLst/>
            <a:cxnLst/>
            <a:rect l="l" t="t" r="r" b="b"/>
            <a:pathLst>
              <a:path w="368" h="1093" extrusionOk="0">
                <a:moveTo>
                  <a:pt x="334" y="0"/>
                </a:moveTo>
                <a:cubicBezTo>
                  <a:pt x="368" y="200"/>
                  <a:pt x="334" y="367"/>
                  <a:pt x="301" y="567"/>
                </a:cubicBezTo>
                <a:cubicBezTo>
                  <a:pt x="268" y="734"/>
                  <a:pt x="168" y="901"/>
                  <a:pt x="34" y="1034"/>
                </a:cubicBezTo>
                <a:cubicBezTo>
                  <a:pt x="1" y="1034"/>
                  <a:pt x="1" y="1067"/>
                  <a:pt x="34" y="1067"/>
                </a:cubicBezTo>
                <a:cubicBezTo>
                  <a:pt x="34" y="1084"/>
                  <a:pt x="34" y="1092"/>
                  <a:pt x="38" y="1092"/>
                </a:cubicBezTo>
                <a:cubicBezTo>
                  <a:pt x="43" y="1092"/>
                  <a:pt x="51" y="1084"/>
                  <a:pt x="68" y="1067"/>
                </a:cubicBezTo>
                <a:cubicBezTo>
                  <a:pt x="201" y="934"/>
                  <a:pt x="301" y="767"/>
                  <a:pt x="334" y="567"/>
                </a:cubicBezTo>
                <a:cubicBezTo>
                  <a:pt x="368" y="367"/>
                  <a:pt x="368" y="200"/>
                  <a:pt x="334" y="0"/>
                </a:cubicBezTo>
                <a:close/>
              </a:path>
            </a:pathLst>
          </a:custGeom>
          <a:solidFill>
            <a:srgbClr val="1167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12"/>
          <p:cNvSpPr/>
          <p:nvPr/>
        </p:nvSpPr>
        <p:spPr>
          <a:xfrm>
            <a:off x="6745307" y="5203897"/>
            <a:ext cx="489268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0" y="0"/>
                </a:moveTo>
                <a:lnTo>
                  <a:pt x="0" y="2069"/>
                </a:lnTo>
                <a:lnTo>
                  <a:pt x="16445" y="2069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">
  <p:cSld name="CUSTOM_19_1"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3"/>
          <p:cNvSpPr txBox="1">
            <a:spLocks noGrp="1"/>
          </p:cNvSpPr>
          <p:nvPr>
            <p:ph type="title" hasCustomPrompt="1"/>
          </p:nvPr>
        </p:nvSpPr>
        <p:spPr>
          <a:xfrm>
            <a:off x="1095375" y="1766690"/>
            <a:ext cx="1351200" cy="4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2900" i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7" name="Google Shape;807;p13"/>
          <p:cNvSpPr txBox="1">
            <a:spLocks noGrp="1"/>
          </p:cNvSpPr>
          <p:nvPr>
            <p:ph type="title" idx="2" hasCustomPrompt="1"/>
          </p:nvPr>
        </p:nvSpPr>
        <p:spPr>
          <a:xfrm>
            <a:off x="1095375" y="3440203"/>
            <a:ext cx="1351200" cy="4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2900" i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8" name="Google Shape;808;p13"/>
          <p:cNvSpPr txBox="1">
            <a:spLocks noGrp="1"/>
          </p:cNvSpPr>
          <p:nvPr>
            <p:ph type="title" idx="3" hasCustomPrompt="1"/>
          </p:nvPr>
        </p:nvSpPr>
        <p:spPr>
          <a:xfrm>
            <a:off x="4472650" y="1786796"/>
            <a:ext cx="1351200" cy="4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2900" i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9" name="Google Shape;809;p13"/>
          <p:cNvSpPr txBox="1">
            <a:spLocks noGrp="1"/>
          </p:cNvSpPr>
          <p:nvPr>
            <p:ph type="title" idx="4" hasCustomPrompt="1"/>
          </p:nvPr>
        </p:nvSpPr>
        <p:spPr>
          <a:xfrm>
            <a:off x="4472650" y="3467389"/>
            <a:ext cx="1351200" cy="4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2900" i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0" name="Google Shape;810;p13"/>
          <p:cNvSpPr txBox="1">
            <a:spLocks noGrp="1"/>
          </p:cNvSpPr>
          <p:nvPr>
            <p:ph type="subTitle" idx="1"/>
          </p:nvPr>
        </p:nvSpPr>
        <p:spPr>
          <a:xfrm>
            <a:off x="2342450" y="2090438"/>
            <a:ext cx="19464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 b="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1" name="Google Shape;811;p13"/>
          <p:cNvSpPr txBox="1">
            <a:spLocks noGrp="1"/>
          </p:cNvSpPr>
          <p:nvPr>
            <p:ph type="subTitle" idx="5"/>
          </p:nvPr>
        </p:nvSpPr>
        <p:spPr>
          <a:xfrm>
            <a:off x="2342450" y="1461241"/>
            <a:ext cx="2328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Signika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endParaRPr/>
          </a:p>
        </p:txBody>
      </p:sp>
      <p:sp>
        <p:nvSpPr>
          <p:cNvPr id="812" name="Google Shape;812;p13"/>
          <p:cNvSpPr txBox="1">
            <a:spLocks noGrp="1"/>
          </p:cNvSpPr>
          <p:nvPr>
            <p:ph type="subTitle" idx="6"/>
          </p:nvPr>
        </p:nvSpPr>
        <p:spPr>
          <a:xfrm>
            <a:off x="2342450" y="3788044"/>
            <a:ext cx="19464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 b="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3" name="Google Shape;813;p13"/>
          <p:cNvSpPr txBox="1">
            <a:spLocks noGrp="1"/>
          </p:cNvSpPr>
          <p:nvPr>
            <p:ph type="subTitle" idx="7"/>
          </p:nvPr>
        </p:nvSpPr>
        <p:spPr>
          <a:xfrm>
            <a:off x="2342450" y="3222289"/>
            <a:ext cx="2328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Signika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endParaRPr/>
          </a:p>
        </p:txBody>
      </p:sp>
      <p:sp>
        <p:nvSpPr>
          <p:cNvPr id="814" name="Google Shape;814;p13"/>
          <p:cNvSpPr txBox="1">
            <a:spLocks noGrp="1"/>
          </p:cNvSpPr>
          <p:nvPr>
            <p:ph type="subTitle" idx="8"/>
          </p:nvPr>
        </p:nvSpPr>
        <p:spPr>
          <a:xfrm>
            <a:off x="5719725" y="2090438"/>
            <a:ext cx="23289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 b="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5" name="Google Shape;815;p13"/>
          <p:cNvSpPr txBox="1">
            <a:spLocks noGrp="1"/>
          </p:cNvSpPr>
          <p:nvPr>
            <p:ph type="subTitle" idx="9"/>
          </p:nvPr>
        </p:nvSpPr>
        <p:spPr>
          <a:xfrm>
            <a:off x="5719725" y="1550216"/>
            <a:ext cx="2328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Signika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endParaRPr/>
          </a:p>
        </p:txBody>
      </p:sp>
      <p:sp>
        <p:nvSpPr>
          <p:cNvPr id="816" name="Google Shape;816;p13"/>
          <p:cNvSpPr txBox="1">
            <a:spLocks noGrp="1"/>
          </p:cNvSpPr>
          <p:nvPr>
            <p:ph type="subTitle" idx="13"/>
          </p:nvPr>
        </p:nvSpPr>
        <p:spPr>
          <a:xfrm>
            <a:off x="5719725" y="3788044"/>
            <a:ext cx="23289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 b="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7" name="Google Shape;817;p13"/>
          <p:cNvSpPr txBox="1">
            <a:spLocks noGrp="1"/>
          </p:cNvSpPr>
          <p:nvPr>
            <p:ph type="subTitle" idx="14"/>
          </p:nvPr>
        </p:nvSpPr>
        <p:spPr>
          <a:xfrm>
            <a:off x="5719725" y="3247056"/>
            <a:ext cx="2328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Signika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Signika"/>
              <a:buNone/>
              <a:defRPr b="1"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endParaRPr/>
          </a:p>
        </p:txBody>
      </p:sp>
      <p:sp>
        <p:nvSpPr>
          <p:cNvPr id="818" name="Google Shape;818;p13"/>
          <p:cNvSpPr/>
          <p:nvPr/>
        </p:nvSpPr>
        <p:spPr>
          <a:xfrm rot="1356523" flipH="1">
            <a:off x="7359480" y="-103797"/>
            <a:ext cx="11640" cy="34572"/>
          </a:xfrm>
          <a:custGeom>
            <a:avLst/>
            <a:gdLst/>
            <a:ahLst/>
            <a:cxnLst/>
            <a:rect l="l" t="t" r="r" b="b"/>
            <a:pathLst>
              <a:path w="368" h="1093" extrusionOk="0">
                <a:moveTo>
                  <a:pt x="334" y="0"/>
                </a:moveTo>
                <a:cubicBezTo>
                  <a:pt x="368" y="200"/>
                  <a:pt x="334" y="367"/>
                  <a:pt x="301" y="567"/>
                </a:cubicBezTo>
                <a:cubicBezTo>
                  <a:pt x="268" y="734"/>
                  <a:pt x="168" y="901"/>
                  <a:pt x="34" y="1034"/>
                </a:cubicBezTo>
                <a:cubicBezTo>
                  <a:pt x="1" y="1034"/>
                  <a:pt x="1" y="1067"/>
                  <a:pt x="34" y="1067"/>
                </a:cubicBezTo>
                <a:cubicBezTo>
                  <a:pt x="34" y="1084"/>
                  <a:pt x="34" y="1092"/>
                  <a:pt x="38" y="1092"/>
                </a:cubicBezTo>
                <a:cubicBezTo>
                  <a:pt x="43" y="1092"/>
                  <a:pt x="51" y="1084"/>
                  <a:pt x="68" y="1067"/>
                </a:cubicBezTo>
                <a:cubicBezTo>
                  <a:pt x="201" y="934"/>
                  <a:pt x="301" y="767"/>
                  <a:pt x="334" y="567"/>
                </a:cubicBezTo>
                <a:cubicBezTo>
                  <a:pt x="368" y="367"/>
                  <a:pt x="368" y="200"/>
                  <a:pt x="334" y="0"/>
                </a:cubicBezTo>
                <a:close/>
              </a:path>
            </a:pathLst>
          </a:custGeom>
          <a:solidFill>
            <a:srgbClr val="1167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13"/>
          <p:cNvSpPr/>
          <p:nvPr/>
        </p:nvSpPr>
        <p:spPr>
          <a:xfrm rot="10800000" flipH="1">
            <a:off x="-821900" y="4085175"/>
            <a:ext cx="1237974" cy="30976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13"/>
          <p:cNvSpPr/>
          <p:nvPr/>
        </p:nvSpPr>
        <p:spPr>
          <a:xfrm>
            <a:off x="317350" y="1514577"/>
            <a:ext cx="131305" cy="43126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13"/>
          <p:cNvSpPr/>
          <p:nvPr/>
        </p:nvSpPr>
        <p:spPr>
          <a:xfrm>
            <a:off x="249239" y="3867670"/>
            <a:ext cx="244576" cy="39085"/>
          </a:xfrm>
          <a:custGeom>
            <a:avLst/>
            <a:gdLst/>
            <a:ahLst/>
            <a:cxnLst/>
            <a:rect l="l" t="t" r="r" b="b"/>
            <a:pathLst>
              <a:path w="8141" h="1301" extrusionOk="0">
                <a:moveTo>
                  <a:pt x="1" y="0"/>
                </a:moveTo>
                <a:lnTo>
                  <a:pt x="1" y="1301"/>
                </a:lnTo>
                <a:lnTo>
                  <a:pt x="8140" y="1301"/>
                </a:lnTo>
                <a:lnTo>
                  <a:pt x="81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3"/>
          <p:cNvSpPr/>
          <p:nvPr/>
        </p:nvSpPr>
        <p:spPr>
          <a:xfrm>
            <a:off x="-497486" y="3893420"/>
            <a:ext cx="577267" cy="56149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0" y="0"/>
                </a:moveTo>
                <a:lnTo>
                  <a:pt x="0" y="1868"/>
                </a:lnTo>
                <a:lnTo>
                  <a:pt x="19214" y="1868"/>
                </a:lnTo>
                <a:lnTo>
                  <a:pt x="192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3"/>
          <p:cNvSpPr/>
          <p:nvPr/>
        </p:nvSpPr>
        <p:spPr>
          <a:xfrm>
            <a:off x="62275" y="4753125"/>
            <a:ext cx="378243" cy="55151"/>
          </a:xfrm>
          <a:custGeom>
            <a:avLst/>
            <a:gdLst/>
            <a:ahLst/>
            <a:cxnLst/>
            <a:rect l="l" t="t" r="r" b="b"/>
            <a:pathLst>
              <a:path w="16279" h="2603" extrusionOk="0">
                <a:moveTo>
                  <a:pt x="0" y="0"/>
                </a:moveTo>
                <a:lnTo>
                  <a:pt x="0" y="2602"/>
                </a:lnTo>
                <a:lnTo>
                  <a:pt x="16278" y="2602"/>
                </a:lnTo>
                <a:lnTo>
                  <a:pt x="16278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13"/>
          <p:cNvSpPr/>
          <p:nvPr/>
        </p:nvSpPr>
        <p:spPr>
          <a:xfrm rot="10800000" flipH="1">
            <a:off x="-199775" y="523173"/>
            <a:ext cx="681471" cy="40074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3"/>
          <p:cNvSpPr/>
          <p:nvPr/>
        </p:nvSpPr>
        <p:spPr>
          <a:xfrm>
            <a:off x="8873985" y="3077804"/>
            <a:ext cx="215495" cy="34098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1"/>
                </a:moveTo>
                <a:lnTo>
                  <a:pt x="0" y="1135"/>
                </a:lnTo>
                <a:lnTo>
                  <a:pt x="7172" y="1135"/>
                </a:lnTo>
                <a:lnTo>
                  <a:pt x="717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13"/>
          <p:cNvSpPr/>
          <p:nvPr/>
        </p:nvSpPr>
        <p:spPr>
          <a:xfrm>
            <a:off x="8682788" y="3830274"/>
            <a:ext cx="131316" cy="21090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3"/>
          <p:cNvSpPr/>
          <p:nvPr/>
        </p:nvSpPr>
        <p:spPr>
          <a:xfrm>
            <a:off x="8816384" y="268833"/>
            <a:ext cx="245537" cy="39115"/>
          </a:xfrm>
          <a:custGeom>
            <a:avLst/>
            <a:gdLst/>
            <a:ahLst/>
            <a:cxnLst/>
            <a:rect l="l" t="t" r="r" b="b"/>
            <a:pathLst>
              <a:path w="8173" h="1302" extrusionOk="0">
                <a:moveTo>
                  <a:pt x="0" y="0"/>
                </a:moveTo>
                <a:lnTo>
                  <a:pt x="0" y="1301"/>
                </a:lnTo>
                <a:lnTo>
                  <a:pt x="8173" y="1301"/>
                </a:lnTo>
                <a:lnTo>
                  <a:pt x="8173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3"/>
          <p:cNvSpPr/>
          <p:nvPr/>
        </p:nvSpPr>
        <p:spPr>
          <a:xfrm rot="10800000" flipH="1">
            <a:off x="9027600" y="1766875"/>
            <a:ext cx="489092" cy="35128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3"/>
          <p:cNvSpPr/>
          <p:nvPr/>
        </p:nvSpPr>
        <p:spPr>
          <a:xfrm>
            <a:off x="278139" y="2302482"/>
            <a:ext cx="216486" cy="35120"/>
          </a:xfrm>
          <a:custGeom>
            <a:avLst/>
            <a:gdLst/>
            <a:ahLst/>
            <a:cxnLst/>
            <a:rect l="l" t="t" r="r" b="b"/>
            <a:pathLst>
              <a:path w="7206" h="1169" extrusionOk="0">
                <a:moveTo>
                  <a:pt x="0" y="1"/>
                </a:moveTo>
                <a:lnTo>
                  <a:pt x="0" y="1168"/>
                </a:lnTo>
                <a:lnTo>
                  <a:pt x="7205" y="1168"/>
                </a:lnTo>
                <a:lnTo>
                  <a:pt x="720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3"/>
          <p:cNvSpPr/>
          <p:nvPr/>
        </p:nvSpPr>
        <p:spPr>
          <a:xfrm>
            <a:off x="8646906" y="1702295"/>
            <a:ext cx="215495" cy="35090"/>
          </a:xfrm>
          <a:custGeom>
            <a:avLst/>
            <a:gdLst/>
            <a:ahLst/>
            <a:cxnLst/>
            <a:rect l="l" t="t" r="r" b="b"/>
            <a:pathLst>
              <a:path w="7173" h="1168" extrusionOk="0">
                <a:moveTo>
                  <a:pt x="0" y="0"/>
                </a:moveTo>
                <a:lnTo>
                  <a:pt x="0" y="1168"/>
                </a:lnTo>
                <a:lnTo>
                  <a:pt x="7172" y="1168"/>
                </a:lnTo>
                <a:lnTo>
                  <a:pt x="71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3"/>
          <p:cNvSpPr/>
          <p:nvPr/>
        </p:nvSpPr>
        <p:spPr>
          <a:xfrm>
            <a:off x="9121377" y="3857831"/>
            <a:ext cx="743612" cy="68166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1" y="1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13"/>
          <p:cNvSpPr/>
          <p:nvPr/>
        </p:nvSpPr>
        <p:spPr>
          <a:xfrm rot="10800000" flipH="1">
            <a:off x="-544255" y="3150869"/>
            <a:ext cx="743577" cy="28099"/>
          </a:xfrm>
          <a:custGeom>
            <a:avLst/>
            <a:gdLst/>
            <a:ahLst/>
            <a:cxnLst/>
            <a:rect l="l" t="t" r="r" b="b"/>
            <a:pathLst>
              <a:path w="43465" h="702" extrusionOk="0">
                <a:moveTo>
                  <a:pt x="0" y="1"/>
                </a:moveTo>
                <a:lnTo>
                  <a:pt x="0" y="701"/>
                </a:lnTo>
                <a:lnTo>
                  <a:pt x="43465" y="701"/>
                </a:lnTo>
                <a:lnTo>
                  <a:pt x="4346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13"/>
          <p:cNvSpPr/>
          <p:nvPr/>
        </p:nvSpPr>
        <p:spPr>
          <a:xfrm>
            <a:off x="-758044" y="3278090"/>
            <a:ext cx="74205" cy="2109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13"/>
          <p:cNvSpPr/>
          <p:nvPr/>
        </p:nvSpPr>
        <p:spPr>
          <a:xfrm>
            <a:off x="-523181" y="3408884"/>
            <a:ext cx="139307" cy="39115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0"/>
                </a:moveTo>
                <a:lnTo>
                  <a:pt x="0" y="1301"/>
                </a:lnTo>
                <a:lnTo>
                  <a:pt x="4637" y="1301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13"/>
          <p:cNvSpPr/>
          <p:nvPr/>
        </p:nvSpPr>
        <p:spPr>
          <a:xfrm>
            <a:off x="-297028" y="3470004"/>
            <a:ext cx="328755" cy="56149"/>
          </a:xfrm>
          <a:custGeom>
            <a:avLst/>
            <a:gdLst/>
            <a:ahLst/>
            <a:cxnLst/>
            <a:rect l="l" t="t" r="r" b="b"/>
            <a:pathLst>
              <a:path w="10943" h="1869" extrusionOk="0">
                <a:moveTo>
                  <a:pt x="1" y="1"/>
                </a:moveTo>
                <a:lnTo>
                  <a:pt x="1" y="1869"/>
                </a:lnTo>
                <a:lnTo>
                  <a:pt x="10942" y="1869"/>
                </a:lnTo>
                <a:lnTo>
                  <a:pt x="1094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13"/>
          <p:cNvSpPr/>
          <p:nvPr/>
        </p:nvSpPr>
        <p:spPr>
          <a:xfrm>
            <a:off x="-806142" y="3383329"/>
            <a:ext cx="122303" cy="34098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13"/>
          <p:cNvSpPr/>
          <p:nvPr/>
        </p:nvSpPr>
        <p:spPr>
          <a:xfrm>
            <a:off x="-379250" y="2668803"/>
            <a:ext cx="681484" cy="55151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3"/>
          <p:cNvSpPr/>
          <p:nvPr/>
        </p:nvSpPr>
        <p:spPr>
          <a:xfrm>
            <a:off x="-257987" y="2767998"/>
            <a:ext cx="74205" cy="2109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13"/>
          <p:cNvSpPr/>
          <p:nvPr/>
        </p:nvSpPr>
        <p:spPr>
          <a:xfrm>
            <a:off x="-586682" y="2571580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13"/>
          <p:cNvSpPr/>
          <p:nvPr/>
        </p:nvSpPr>
        <p:spPr>
          <a:xfrm>
            <a:off x="-416311" y="2978446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13"/>
          <p:cNvSpPr/>
          <p:nvPr/>
        </p:nvSpPr>
        <p:spPr>
          <a:xfrm>
            <a:off x="78814" y="2897271"/>
            <a:ext cx="139337" cy="39115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13"/>
          <p:cNvSpPr/>
          <p:nvPr/>
        </p:nvSpPr>
        <p:spPr>
          <a:xfrm>
            <a:off x="-73586" y="2678862"/>
            <a:ext cx="139337" cy="88205"/>
          </a:xfrm>
          <a:custGeom>
            <a:avLst/>
            <a:gdLst/>
            <a:ahLst/>
            <a:cxnLst/>
            <a:rect l="l" t="t" r="r" b="b"/>
            <a:pathLst>
              <a:path w="4638" h="2936" extrusionOk="0">
                <a:moveTo>
                  <a:pt x="1" y="0"/>
                </a:moveTo>
                <a:lnTo>
                  <a:pt x="1" y="2936"/>
                </a:lnTo>
                <a:lnTo>
                  <a:pt x="4637" y="2936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13"/>
          <p:cNvSpPr/>
          <p:nvPr/>
        </p:nvSpPr>
        <p:spPr>
          <a:xfrm>
            <a:off x="-416306" y="1453270"/>
            <a:ext cx="276631" cy="77179"/>
          </a:xfrm>
          <a:custGeom>
            <a:avLst/>
            <a:gdLst/>
            <a:ahLst/>
            <a:cxnLst/>
            <a:rect l="l" t="t" r="r" b="b"/>
            <a:pathLst>
              <a:path w="9208" h="2569" extrusionOk="0">
                <a:moveTo>
                  <a:pt x="1" y="0"/>
                </a:moveTo>
                <a:lnTo>
                  <a:pt x="1" y="2569"/>
                </a:lnTo>
                <a:lnTo>
                  <a:pt x="9207" y="2569"/>
                </a:lnTo>
                <a:lnTo>
                  <a:pt x="920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13"/>
          <p:cNvSpPr/>
          <p:nvPr/>
        </p:nvSpPr>
        <p:spPr>
          <a:xfrm>
            <a:off x="-306085" y="2874229"/>
            <a:ext cx="122303" cy="34098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1"/>
                </a:moveTo>
                <a:lnTo>
                  <a:pt x="1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13"/>
          <p:cNvSpPr/>
          <p:nvPr/>
        </p:nvSpPr>
        <p:spPr>
          <a:xfrm>
            <a:off x="8609402" y="4294925"/>
            <a:ext cx="378226" cy="34076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13"/>
          <p:cNvSpPr/>
          <p:nvPr/>
        </p:nvSpPr>
        <p:spPr>
          <a:xfrm>
            <a:off x="9044205" y="4880831"/>
            <a:ext cx="75166" cy="21090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13"/>
          <p:cNvSpPr/>
          <p:nvPr/>
        </p:nvSpPr>
        <p:spPr>
          <a:xfrm>
            <a:off x="8552772" y="2108453"/>
            <a:ext cx="328725" cy="56149"/>
          </a:xfrm>
          <a:custGeom>
            <a:avLst/>
            <a:gdLst/>
            <a:ahLst/>
            <a:cxnLst/>
            <a:rect l="l" t="t" r="r" b="b"/>
            <a:pathLst>
              <a:path w="10942" h="1869" extrusionOk="0">
                <a:moveTo>
                  <a:pt x="0" y="0"/>
                </a:moveTo>
                <a:lnTo>
                  <a:pt x="0" y="1868"/>
                </a:lnTo>
                <a:lnTo>
                  <a:pt x="10941" y="1868"/>
                </a:lnTo>
                <a:lnTo>
                  <a:pt x="10941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3"/>
          <p:cNvSpPr/>
          <p:nvPr/>
        </p:nvSpPr>
        <p:spPr>
          <a:xfrm>
            <a:off x="8538700" y="849238"/>
            <a:ext cx="139295" cy="67176"/>
          </a:xfrm>
          <a:custGeom>
            <a:avLst/>
            <a:gdLst/>
            <a:ahLst/>
            <a:cxnLst/>
            <a:rect l="l" t="t" r="r" b="b"/>
            <a:pathLst>
              <a:path w="4637" h="2936" extrusionOk="0">
                <a:moveTo>
                  <a:pt x="0" y="0"/>
                </a:moveTo>
                <a:lnTo>
                  <a:pt x="0" y="2936"/>
                </a:lnTo>
                <a:lnTo>
                  <a:pt x="4637" y="2936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13"/>
          <p:cNvSpPr/>
          <p:nvPr/>
        </p:nvSpPr>
        <p:spPr>
          <a:xfrm>
            <a:off x="8521841" y="386398"/>
            <a:ext cx="154358" cy="43111"/>
          </a:xfrm>
          <a:custGeom>
            <a:avLst/>
            <a:gdLst/>
            <a:ahLst/>
            <a:cxnLst/>
            <a:rect l="l" t="t" r="r" b="b"/>
            <a:pathLst>
              <a:path w="5138" h="1435" extrusionOk="0">
                <a:moveTo>
                  <a:pt x="1" y="1"/>
                </a:moveTo>
                <a:lnTo>
                  <a:pt x="1" y="1435"/>
                </a:lnTo>
                <a:lnTo>
                  <a:pt x="5138" y="1435"/>
                </a:lnTo>
                <a:lnTo>
                  <a:pt x="513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13"/>
          <p:cNvSpPr/>
          <p:nvPr/>
        </p:nvSpPr>
        <p:spPr>
          <a:xfrm>
            <a:off x="8660212" y="4669995"/>
            <a:ext cx="276601" cy="78201"/>
          </a:xfrm>
          <a:custGeom>
            <a:avLst/>
            <a:gdLst/>
            <a:ahLst/>
            <a:cxnLst/>
            <a:rect l="l" t="t" r="r" b="b"/>
            <a:pathLst>
              <a:path w="9207" h="2603" extrusionOk="0">
                <a:moveTo>
                  <a:pt x="0" y="0"/>
                </a:moveTo>
                <a:lnTo>
                  <a:pt x="0" y="2602"/>
                </a:lnTo>
                <a:lnTo>
                  <a:pt x="9207" y="2602"/>
                </a:lnTo>
                <a:lnTo>
                  <a:pt x="920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3"/>
          <p:cNvSpPr/>
          <p:nvPr/>
        </p:nvSpPr>
        <p:spPr>
          <a:xfrm>
            <a:off x="9171538" y="3570792"/>
            <a:ext cx="139330" cy="74224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1"/>
                </a:moveTo>
                <a:lnTo>
                  <a:pt x="0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3"/>
          <p:cNvSpPr/>
          <p:nvPr/>
        </p:nvSpPr>
        <p:spPr>
          <a:xfrm>
            <a:off x="89075" y="1989660"/>
            <a:ext cx="139319" cy="56148"/>
          </a:xfrm>
          <a:custGeom>
            <a:avLst/>
            <a:gdLst/>
            <a:ahLst/>
            <a:cxnLst/>
            <a:rect l="l" t="t" r="r" b="b"/>
            <a:pathLst>
              <a:path w="4637" h="2970" extrusionOk="0">
                <a:moveTo>
                  <a:pt x="0" y="1"/>
                </a:moveTo>
                <a:lnTo>
                  <a:pt x="0" y="2969"/>
                </a:lnTo>
                <a:lnTo>
                  <a:pt x="4637" y="2969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3"/>
          <p:cNvSpPr/>
          <p:nvPr/>
        </p:nvSpPr>
        <p:spPr>
          <a:xfrm>
            <a:off x="-39844" y="1179144"/>
            <a:ext cx="122273" cy="35120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3"/>
          <p:cNvSpPr/>
          <p:nvPr/>
        </p:nvSpPr>
        <p:spPr>
          <a:xfrm>
            <a:off x="-308262" y="4323366"/>
            <a:ext cx="271592" cy="55146"/>
          </a:xfrm>
          <a:custGeom>
            <a:avLst/>
            <a:gdLst/>
            <a:ahLst/>
            <a:cxnLst/>
            <a:rect l="l" t="t" r="r" b="b"/>
            <a:pathLst>
              <a:path w="9041" h="4137" extrusionOk="0">
                <a:moveTo>
                  <a:pt x="0" y="0"/>
                </a:moveTo>
                <a:lnTo>
                  <a:pt x="0" y="4137"/>
                </a:lnTo>
                <a:lnTo>
                  <a:pt x="9040" y="4137"/>
                </a:lnTo>
                <a:lnTo>
                  <a:pt x="90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13"/>
          <p:cNvSpPr/>
          <p:nvPr/>
        </p:nvSpPr>
        <p:spPr>
          <a:xfrm>
            <a:off x="9380" y="860111"/>
            <a:ext cx="298720" cy="32987"/>
          </a:xfrm>
          <a:custGeom>
            <a:avLst/>
            <a:gdLst/>
            <a:ahLst/>
            <a:cxnLst/>
            <a:rect l="l" t="t" r="r" b="b"/>
            <a:pathLst>
              <a:path w="10041" h="1268" extrusionOk="0">
                <a:moveTo>
                  <a:pt x="0" y="0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13"/>
          <p:cNvSpPr/>
          <p:nvPr/>
        </p:nvSpPr>
        <p:spPr>
          <a:xfrm>
            <a:off x="-97050" y="2469768"/>
            <a:ext cx="614308" cy="6685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13"/>
          <p:cNvSpPr/>
          <p:nvPr/>
        </p:nvSpPr>
        <p:spPr>
          <a:xfrm>
            <a:off x="-1015005" y="248892"/>
            <a:ext cx="1685100" cy="52965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6"/>
                </a:lnTo>
                <a:lnTo>
                  <a:pt x="56641" y="4036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13"/>
          <p:cNvSpPr/>
          <p:nvPr/>
        </p:nvSpPr>
        <p:spPr>
          <a:xfrm>
            <a:off x="-296950" y="1327800"/>
            <a:ext cx="753401" cy="22925"/>
          </a:xfrm>
          <a:custGeom>
            <a:avLst/>
            <a:gdLst/>
            <a:ahLst/>
            <a:cxnLst/>
            <a:rect l="l" t="t" r="r" b="b"/>
            <a:pathLst>
              <a:path w="10041" h="1235" extrusionOk="0">
                <a:moveTo>
                  <a:pt x="0" y="0"/>
                </a:moveTo>
                <a:lnTo>
                  <a:pt x="0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13"/>
          <p:cNvSpPr/>
          <p:nvPr/>
        </p:nvSpPr>
        <p:spPr>
          <a:xfrm>
            <a:off x="65550" y="4416048"/>
            <a:ext cx="489269" cy="28102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0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13"/>
          <p:cNvSpPr/>
          <p:nvPr/>
        </p:nvSpPr>
        <p:spPr>
          <a:xfrm>
            <a:off x="-558841" y="760208"/>
            <a:ext cx="489269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0" y="0"/>
                </a:moveTo>
                <a:lnTo>
                  <a:pt x="0" y="2068"/>
                </a:lnTo>
                <a:lnTo>
                  <a:pt x="16445" y="2068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13"/>
          <p:cNvSpPr/>
          <p:nvPr/>
        </p:nvSpPr>
        <p:spPr>
          <a:xfrm>
            <a:off x="-178017" y="3612711"/>
            <a:ext cx="297728" cy="52967"/>
          </a:xfrm>
          <a:custGeom>
            <a:avLst/>
            <a:gdLst/>
            <a:ahLst/>
            <a:cxnLst/>
            <a:rect l="l" t="t" r="r" b="b"/>
            <a:pathLst>
              <a:path w="45734" h="3537" extrusionOk="0">
                <a:moveTo>
                  <a:pt x="1" y="1"/>
                </a:moveTo>
                <a:lnTo>
                  <a:pt x="1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13"/>
          <p:cNvSpPr/>
          <p:nvPr/>
        </p:nvSpPr>
        <p:spPr>
          <a:xfrm>
            <a:off x="-392750" y="1838499"/>
            <a:ext cx="614308" cy="36377"/>
          </a:xfrm>
          <a:custGeom>
            <a:avLst/>
            <a:gdLst/>
            <a:ahLst/>
            <a:cxnLst/>
            <a:rect l="l" t="t" r="r" b="b"/>
            <a:pathLst>
              <a:path w="20649" h="2603" extrusionOk="0">
                <a:moveTo>
                  <a:pt x="0" y="0"/>
                </a:moveTo>
                <a:lnTo>
                  <a:pt x="0" y="2602"/>
                </a:lnTo>
                <a:lnTo>
                  <a:pt x="20648" y="2602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13"/>
          <p:cNvSpPr/>
          <p:nvPr/>
        </p:nvSpPr>
        <p:spPr>
          <a:xfrm>
            <a:off x="-737025" y="4649338"/>
            <a:ext cx="1129158" cy="28098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7"/>
                </a:lnTo>
                <a:lnTo>
                  <a:pt x="56641" y="4037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13"/>
          <p:cNvSpPr/>
          <p:nvPr/>
        </p:nvSpPr>
        <p:spPr>
          <a:xfrm>
            <a:off x="8756100" y="437697"/>
            <a:ext cx="1360557" cy="52949"/>
          </a:xfrm>
          <a:custGeom>
            <a:avLst/>
            <a:gdLst/>
            <a:ahLst/>
            <a:cxnLst/>
            <a:rect l="l" t="t" r="r" b="b"/>
            <a:pathLst>
              <a:path w="45733" h="3537" extrusionOk="0">
                <a:moveTo>
                  <a:pt x="0" y="1"/>
                </a:moveTo>
                <a:lnTo>
                  <a:pt x="0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13"/>
          <p:cNvSpPr/>
          <p:nvPr/>
        </p:nvSpPr>
        <p:spPr>
          <a:xfrm>
            <a:off x="8784810" y="-25054"/>
            <a:ext cx="614308" cy="6685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13"/>
          <p:cNvSpPr/>
          <p:nvPr/>
        </p:nvSpPr>
        <p:spPr>
          <a:xfrm>
            <a:off x="9237340" y="1290861"/>
            <a:ext cx="298720" cy="32987"/>
          </a:xfrm>
          <a:custGeom>
            <a:avLst/>
            <a:gdLst/>
            <a:ahLst/>
            <a:cxnLst/>
            <a:rect l="l" t="t" r="r" b="b"/>
            <a:pathLst>
              <a:path w="10041" h="1268" extrusionOk="0">
                <a:moveTo>
                  <a:pt x="0" y="0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13"/>
          <p:cNvSpPr/>
          <p:nvPr/>
        </p:nvSpPr>
        <p:spPr>
          <a:xfrm>
            <a:off x="8624891" y="1068149"/>
            <a:ext cx="489268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1" y="0"/>
                </a:moveTo>
                <a:lnTo>
                  <a:pt x="1" y="2068"/>
                </a:lnTo>
                <a:lnTo>
                  <a:pt x="16446" y="2068"/>
                </a:lnTo>
                <a:lnTo>
                  <a:pt x="164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13"/>
          <p:cNvSpPr/>
          <p:nvPr/>
        </p:nvSpPr>
        <p:spPr>
          <a:xfrm flipH="1">
            <a:off x="9072124" y="2515565"/>
            <a:ext cx="629151" cy="60022"/>
          </a:xfrm>
          <a:custGeom>
            <a:avLst/>
            <a:gdLst/>
            <a:ahLst/>
            <a:cxnLst/>
            <a:rect l="l" t="t" r="r" b="b"/>
            <a:pathLst>
              <a:path w="56642" h="4070" extrusionOk="0">
                <a:moveTo>
                  <a:pt x="1" y="0"/>
                </a:moveTo>
                <a:lnTo>
                  <a:pt x="1" y="4070"/>
                </a:lnTo>
                <a:lnTo>
                  <a:pt x="56641" y="4070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13"/>
          <p:cNvSpPr/>
          <p:nvPr/>
        </p:nvSpPr>
        <p:spPr>
          <a:xfrm>
            <a:off x="8706440" y="4025378"/>
            <a:ext cx="1360517" cy="66833"/>
          </a:xfrm>
          <a:custGeom>
            <a:avLst/>
            <a:gdLst/>
            <a:ahLst/>
            <a:cxnLst/>
            <a:rect l="l" t="t" r="r" b="b"/>
            <a:pathLst>
              <a:path w="56641" h="4037" extrusionOk="0">
                <a:moveTo>
                  <a:pt x="0" y="0"/>
                </a:moveTo>
                <a:lnTo>
                  <a:pt x="0" y="4036"/>
                </a:lnTo>
                <a:lnTo>
                  <a:pt x="56641" y="4036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13"/>
          <p:cNvSpPr/>
          <p:nvPr/>
        </p:nvSpPr>
        <p:spPr>
          <a:xfrm>
            <a:off x="9019727" y="3172214"/>
            <a:ext cx="298720" cy="33013"/>
          </a:xfrm>
          <a:custGeom>
            <a:avLst/>
            <a:gdLst/>
            <a:ahLst/>
            <a:cxnLst/>
            <a:rect l="l" t="t" r="r" b="b"/>
            <a:pathLst>
              <a:path w="10041" h="1269" extrusionOk="0">
                <a:moveTo>
                  <a:pt x="0" y="1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13"/>
          <p:cNvSpPr/>
          <p:nvPr/>
        </p:nvSpPr>
        <p:spPr>
          <a:xfrm>
            <a:off x="8803325" y="2666181"/>
            <a:ext cx="489245" cy="52948"/>
          </a:xfrm>
          <a:custGeom>
            <a:avLst/>
            <a:gdLst/>
            <a:ahLst/>
            <a:cxnLst/>
            <a:rect l="l" t="t" r="r" b="b"/>
            <a:pathLst>
              <a:path w="56642" h="4038" extrusionOk="0">
                <a:moveTo>
                  <a:pt x="1" y="1"/>
                </a:moveTo>
                <a:lnTo>
                  <a:pt x="1" y="4037"/>
                </a:lnTo>
                <a:lnTo>
                  <a:pt x="56641" y="4037"/>
                </a:lnTo>
                <a:lnTo>
                  <a:pt x="566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13"/>
          <p:cNvSpPr/>
          <p:nvPr/>
        </p:nvSpPr>
        <p:spPr>
          <a:xfrm>
            <a:off x="176450" y="4939724"/>
            <a:ext cx="390148" cy="52952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1" y="1"/>
                </a:moveTo>
                <a:lnTo>
                  <a:pt x="1" y="2603"/>
                </a:lnTo>
                <a:lnTo>
                  <a:pt x="16246" y="2603"/>
                </a:lnTo>
                <a:lnTo>
                  <a:pt x="162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13"/>
          <p:cNvSpPr/>
          <p:nvPr/>
        </p:nvSpPr>
        <p:spPr>
          <a:xfrm>
            <a:off x="54884" y="4209800"/>
            <a:ext cx="390153" cy="69074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0" y="1"/>
                </a:moveTo>
                <a:lnTo>
                  <a:pt x="0" y="2269"/>
                </a:lnTo>
                <a:lnTo>
                  <a:pt x="24751" y="2269"/>
                </a:lnTo>
                <a:lnTo>
                  <a:pt x="2475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13"/>
          <p:cNvSpPr/>
          <p:nvPr/>
        </p:nvSpPr>
        <p:spPr>
          <a:xfrm rot="10800000" flipH="1">
            <a:off x="8828022" y="925084"/>
            <a:ext cx="966362" cy="23650"/>
          </a:xfrm>
          <a:custGeom>
            <a:avLst/>
            <a:gdLst/>
            <a:ahLst/>
            <a:cxnLst/>
            <a:rect l="l" t="t" r="r" b="b"/>
            <a:pathLst>
              <a:path w="43432" h="702" extrusionOk="0">
                <a:moveTo>
                  <a:pt x="0" y="1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13"/>
          <p:cNvSpPr/>
          <p:nvPr/>
        </p:nvSpPr>
        <p:spPr>
          <a:xfrm rot="10800000" flipH="1">
            <a:off x="9138145" y="583869"/>
            <a:ext cx="216103" cy="62275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13"/>
          <p:cNvSpPr/>
          <p:nvPr/>
        </p:nvSpPr>
        <p:spPr>
          <a:xfrm>
            <a:off x="8868563" y="571066"/>
            <a:ext cx="141169" cy="39630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1"/>
                </a:lnTo>
                <a:lnTo>
                  <a:pt x="4637" y="1301"/>
                </a:lnTo>
                <a:lnTo>
                  <a:pt x="46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13"/>
          <p:cNvSpPr/>
          <p:nvPr/>
        </p:nvSpPr>
        <p:spPr>
          <a:xfrm>
            <a:off x="8799017" y="1247349"/>
            <a:ext cx="280268" cy="78194"/>
          </a:xfrm>
          <a:custGeom>
            <a:avLst/>
            <a:gdLst/>
            <a:ahLst/>
            <a:cxnLst/>
            <a:rect l="l" t="t" r="r" b="b"/>
            <a:pathLst>
              <a:path w="9208" h="2569" extrusionOk="0">
                <a:moveTo>
                  <a:pt x="1" y="0"/>
                </a:moveTo>
                <a:lnTo>
                  <a:pt x="1" y="2569"/>
                </a:lnTo>
                <a:lnTo>
                  <a:pt x="9207" y="2569"/>
                </a:lnTo>
                <a:lnTo>
                  <a:pt x="92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13"/>
          <p:cNvSpPr/>
          <p:nvPr/>
        </p:nvSpPr>
        <p:spPr>
          <a:xfrm>
            <a:off x="9027516" y="769550"/>
            <a:ext cx="489273" cy="32126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13"/>
          <p:cNvSpPr/>
          <p:nvPr/>
        </p:nvSpPr>
        <p:spPr>
          <a:xfrm>
            <a:off x="9248475" y="1062302"/>
            <a:ext cx="154350" cy="38175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13"/>
          <p:cNvSpPr/>
          <p:nvPr/>
        </p:nvSpPr>
        <p:spPr>
          <a:xfrm>
            <a:off x="8537070" y="1288993"/>
            <a:ext cx="123911" cy="34547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13"/>
          <p:cNvSpPr/>
          <p:nvPr/>
        </p:nvSpPr>
        <p:spPr>
          <a:xfrm>
            <a:off x="-861914" y="1614100"/>
            <a:ext cx="966397" cy="35599"/>
          </a:xfrm>
          <a:custGeom>
            <a:avLst/>
            <a:gdLst/>
            <a:ahLst/>
            <a:cxnLst/>
            <a:rect l="l" t="t" r="r" b="b"/>
            <a:pathLst>
              <a:path w="42465" h="1135" extrusionOk="0">
                <a:moveTo>
                  <a:pt x="1" y="0"/>
                </a:moveTo>
                <a:lnTo>
                  <a:pt x="1" y="1134"/>
                </a:lnTo>
                <a:lnTo>
                  <a:pt x="42464" y="1134"/>
                </a:lnTo>
                <a:lnTo>
                  <a:pt x="4246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13"/>
          <p:cNvSpPr/>
          <p:nvPr/>
        </p:nvSpPr>
        <p:spPr>
          <a:xfrm>
            <a:off x="9091425" y="3390737"/>
            <a:ext cx="324920" cy="55882"/>
          </a:xfrm>
          <a:custGeom>
            <a:avLst/>
            <a:gdLst/>
            <a:ahLst/>
            <a:cxnLst/>
            <a:rect l="l" t="t" r="r" b="b"/>
            <a:pathLst>
              <a:path w="10675" h="3070" extrusionOk="0">
                <a:moveTo>
                  <a:pt x="0" y="1"/>
                </a:moveTo>
                <a:lnTo>
                  <a:pt x="0" y="3070"/>
                </a:lnTo>
                <a:lnTo>
                  <a:pt x="10674" y="3070"/>
                </a:lnTo>
                <a:lnTo>
                  <a:pt x="1067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13"/>
          <p:cNvSpPr/>
          <p:nvPr/>
        </p:nvSpPr>
        <p:spPr>
          <a:xfrm rot="10800000" flipH="1">
            <a:off x="9203112" y="4229896"/>
            <a:ext cx="138095" cy="65023"/>
          </a:xfrm>
          <a:custGeom>
            <a:avLst/>
            <a:gdLst/>
            <a:ahLst/>
            <a:cxnLst/>
            <a:rect l="l" t="t" r="r" b="b"/>
            <a:pathLst>
              <a:path w="4537" h="4838" extrusionOk="0">
                <a:moveTo>
                  <a:pt x="0" y="1"/>
                </a:moveTo>
                <a:lnTo>
                  <a:pt x="0" y="4838"/>
                </a:lnTo>
                <a:lnTo>
                  <a:pt x="4537" y="4838"/>
                </a:lnTo>
                <a:lnTo>
                  <a:pt x="45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13"/>
          <p:cNvSpPr/>
          <p:nvPr/>
        </p:nvSpPr>
        <p:spPr>
          <a:xfrm rot="10800000" flipH="1">
            <a:off x="68350" y="1733352"/>
            <a:ext cx="489103" cy="30152"/>
          </a:xfrm>
          <a:custGeom>
            <a:avLst/>
            <a:gdLst/>
            <a:ahLst/>
            <a:cxnLst/>
            <a:rect l="l" t="t" r="r" b="b"/>
            <a:pathLst>
              <a:path w="5004" h="2336" extrusionOk="0">
                <a:moveTo>
                  <a:pt x="0" y="1"/>
                </a:moveTo>
                <a:lnTo>
                  <a:pt x="0" y="2336"/>
                </a:lnTo>
                <a:lnTo>
                  <a:pt x="5004" y="2336"/>
                </a:lnTo>
                <a:lnTo>
                  <a:pt x="50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3"/>
          <p:cNvSpPr/>
          <p:nvPr/>
        </p:nvSpPr>
        <p:spPr>
          <a:xfrm>
            <a:off x="9104121" y="2219688"/>
            <a:ext cx="274151" cy="129999"/>
          </a:xfrm>
          <a:custGeom>
            <a:avLst/>
            <a:gdLst/>
            <a:ahLst/>
            <a:cxnLst/>
            <a:rect l="l" t="t" r="r" b="b"/>
            <a:pathLst>
              <a:path w="9007" h="4271" extrusionOk="0">
                <a:moveTo>
                  <a:pt x="0" y="0"/>
                </a:moveTo>
                <a:lnTo>
                  <a:pt x="0" y="4270"/>
                </a:lnTo>
                <a:lnTo>
                  <a:pt x="9007" y="4270"/>
                </a:lnTo>
                <a:lnTo>
                  <a:pt x="90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13"/>
          <p:cNvSpPr/>
          <p:nvPr/>
        </p:nvSpPr>
        <p:spPr>
          <a:xfrm>
            <a:off x="8682099" y="2871997"/>
            <a:ext cx="141151" cy="52950"/>
          </a:xfrm>
          <a:custGeom>
            <a:avLst/>
            <a:gdLst/>
            <a:ahLst/>
            <a:cxnLst/>
            <a:rect l="l" t="t" r="r" b="b"/>
            <a:pathLst>
              <a:path w="2437" h="669" extrusionOk="0">
                <a:moveTo>
                  <a:pt x="1" y="1"/>
                </a:moveTo>
                <a:lnTo>
                  <a:pt x="1" y="668"/>
                </a:lnTo>
                <a:lnTo>
                  <a:pt x="2436" y="668"/>
                </a:lnTo>
                <a:lnTo>
                  <a:pt x="243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13"/>
          <p:cNvSpPr/>
          <p:nvPr/>
        </p:nvSpPr>
        <p:spPr>
          <a:xfrm>
            <a:off x="44422" y="1409563"/>
            <a:ext cx="137091" cy="39630"/>
          </a:xfrm>
          <a:custGeom>
            <a:avLst/>
            <a:gdLst/>
            <a:ahLst/>
            <a:cxnLst/>
            <a:rect l="l" t="t" r="r" b="b"/>
            <a:pathLst>
              <a:path w="4504" h="1302" extrusionOk="0">
                <a:moveTo>
                  <a:pt x="0" y="1"/>
                </a:moveTo>
                <a:lnTo>
                  <a:pt x="0" y="1302"/>
                </a:lnTo>
                <a:lnTo>
                  <a:pt x="4503" y="1302"/>
                </a:lnTo>
                <a:lnTo>
                  <a:pt x="45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13"/>
          <p:cNvSpPr/>
          <p:nvPr/>
        </p:nvSpPr>
        <p:spPr>
          <a:xfrm>
            <a:off x="-97703" y="651837"/>
            <a:ext cx="137091" cy="88360"/>
          </a:xfrm>
          <a:custGeom>
            <a:avLst/>
            <a:gdLst/>
            <a:ahLst/>
            <a:cxnLst/>
            <a:rect l="l" t="t" r="r" b="b"/>
            <a:pathLst>
              <a:path w="4504" h="2903" extrusionOk="0">
                <a:moveTo>
                  <a:pt x="0" y="0"/>
                </a:moveTo>
                <a:lnTo>
                  <a:pt x="0" y="2902"/>
                </a:lnTo>
                <a:lnTo>
                  <a:pt x="4503" y="2902"/>
                </a:lnTo>
                <a:lnTo>
                  <a:pt x="4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13"/>
          <p:cNvSpPr/>
          <p:nvPr/>
        </p:nvSpPr>
        <p:spPr>
          <a:xfrm>
            <a:off x="-166228" y="86894"/>
            <a:ext cx="274151" cy="77190"/>
          </a:xfrm>
          <a:custGeom>
            <a:avLst/>
            <a:gdLst/>
            <a:ahLst/>
            <a:cxnLst/>
            <a:rect l="l" t="t" r="r" b="b"/>
            <a:pathLst>
              <a:path w="9007" h="2536" extrusionOk="0">
                <a:moveTo>
                  <a:pt x="0" y="0"/>
                </a:moveTo>
                <a:lnTo>
                  <a:pt x="0" y="2535"/>
                </a:lnTo>
                <a:lnTo>
                  <a:pt x="9006" y="2535"/>
                </a:lnTo>
                <a:lnTo>
                  <a:pt x="900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13"/>
          <p:cNvSpPr/>
          <p:nvPr/>
        </p:nvSpPr>
        <p:spPr>
          <a:xfrm>
            <a:off x="8732905" y="2315017"/>
            <a:ext cx="120867" cy="33542"/>
          </a:xfrm>
          <a:custGeom>
            <a:avLst/>
            <a:gdLst/>
            <a:ahLst/>
            <a:cxnLst/>
            <a:rect l="l" t="t" r="r" b="b"/>
            <a:pathLst>
              <a:path w="3971" h="1102" extrusionOk="0">
                <a:moveTo>
                  <a:pt x="1" y="1"/>
                </a:moveTo>
                <a:lnTo>
                  <a:pt x="1" y="1102"/>
                </a:lnTo>
                <a:lnTo>
                  <a:pt x="3970" y="1102"/>
                </a:lnTo>
                <a:lnTo>
                  <a:pt x="39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3"/>
          <p:cNvSpPr/>
          <p:nvPr/>
        </p:nvSpPr>
        <p:spPr>
          <a:xfrm>
            <a:off x="9094275" y="130700"/>
            <a:ext cx="584857" cy="28100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1" y="1"/>
                </a:moveTo>
                <a:lnTo>
                  <a:pt x="1" y="1869"/>
                </a:lnTo>
                <a:lnTo>
                  <a:pt x="19215" y="1869"/>
                </a:lnTo>
                <a:lnTo>
                  <a:pt x="1921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13"/>
          <p:cNvSpPr/>
          <p:nvPr/>
        </p:nvSpPr>
        <p:spPr>
          <a:xfrm>
            <a:off x="-51942" y="3263842"/>
            <a:ext cx="76155" cy="21337"/>
          </a:xfrm>
          <a:custGeom>
            <a:avLst/>
            <a:gdLst/>
            <a:ahLst/>
            <a:cxnLst/>
            <a:rect l="l" t="t" r="r" b="b"/>
            <a:pathLst>
              <a:path w="2502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13"/>
          <p:cNvSpPr/>
          <p:nvPr/>
        </p:nvSpPr>
        <p:spPr>
          <a:xfrm>
            <a:off x="120638" y="3752257"/>
            <a:ext cx="76185" cy="2133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13"/>
          <p:cNvSpPr/>
          <p:nvPr/>
        </p:nvSpPr>
        <p:spPr>
          <a:xfrm>
            <a:off x="69986" y="3340126"/>
            <a:ext cx="280228" cy="43124"/>
          </a:xfrm>
          <a:custGeom>
            <a:avLst/>
            <a:gdLst/>
            <a:ahLst/>
            <a:cxnLst/>
            <a:rect l="l" t="t" r="r" b="b"/>
            <a:pathLst>
              <a:path w="4638" h="2970" extrusionOk="0">
                <a:moveTo>
                  <a:pt x="1" y="1"/>
                </a:moveTo>
                <a:lnTo>
                  <a:pt x="1" y="2970"/>
                </a:lnTo>
                <a:lnTo>
                  <a:pt x="4638" y="2970"/>
                </a:lnTo>
                <a:lnTo>
                  <a:pt x="46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13"/>
          <p:cNvSpPr/>
          <p:nvPr/>
        </p:nvSpPr>
        <p:spPr>
          <a:xfrm>
            <a:off x="80550" y="3018698"/>
            <a:ext cx="281273" cy="52952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13"/>
          <p:cNvSpPr/>
          <p:nvPr/>
        </p:nvSpPr>
        <p:spPr>
          <a:xfrm>
            <a:off x="104969" y="3463331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13"/>
          <p:cNvSpPr/>
          <p:nvPr/>
        </p:nvSpPr>
        <p:spPr>
          <a:xfrm>
            <a:off x="-253986" y="3400902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13"/>
          <p:cNvSpPr/>
          <p:nvPr/>
        </p:nvSpPr>
        <p:spPr>
          <a:xfrm>
            <a:off x="9011213" y="3758046"/>
            <a:ext cx="141139" cy="39630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1"/>
                </a:moveTo>
                <a:lnTo>
                  <a:pt x="0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13"/>
          <p:cNvSpPr/>
          <p:nvPr/>
        </p:nvSpPr>
        <p:spPr>
          <a:xfrm>
            <a:off x="-377926" y="1091475"/>
            <a:ext cx="280238" cy="79198"/>
          </a:xfrm>
          <a:custGeom>
            <a:avLst/>
            <a:gdLst/>
            <a:ahLst/>
            <a:cxnLst/>
            <a:rect l="l" t="t" r="r" b="b"/>
            <a:pathLst>
              <a:path w="9207" h="2602" extrusionOk="0">
                <a:moveTo>
                  <a:pt x="0" y="0"/>
                </a:moveTo>
                <a:lnTo>
                  <a:pt x="0" y="2602"/>
                </a:lnTo>
                <a:lnTo>
                  <a:pt x="9207" y="2602"/>
                </a:lnTo>
                <a:lnTo>
                  <a:pt x="92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13"/>
          <p:cNvSpPr/>
          <p:nvPr/>
        </p:nvSpPr>
        <p:spPr>
          <a:xfrm>
            <a:off x="248246" y="47038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13"/>
          <p:cNvSpPr/>
          <p:nvPr/>
        </p:nvSpPr>
        <p:spPr>
          <a:xfrm>
            <a:off x="9100564" y="4992687"/>
            <a:ext cx="281273" cy="7922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3"/>
          <p:cNvSpPr/>
          <p:nvPr/>
        </p:nvSpPr>
        <p:spPr>
          <a:xfrm>
            <a:off x="313287" y="5124118"/>
            <a:ext cx="151628" cy="42566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3"/>
          <p:cNvSpPr/>
          <p:nvPr/>
        </p:nvSpPr>
        <p:spPr>
          <a:xfrm>
            <a:off x="-398556" y="2162781"/>
            <a:ext cx="629313" cy="62150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3"/>
          <p:cNvSpPr/>
          <p:nvPr/>
        </p:nvSpPr>
        <p:spPr>
          <a:xfrm>
            <a:off x="8914877" y="4465237"/>
            <a:ext cx="266117" cy="42566"/>
          </a:xfrm>
          <a:custGeom>
            <a:avLst/>
            <a:gdLst/>
            <a:ahLst/>
            <a:cxnLst/>
            <a:rect l="l" t="t" r="r" b="b"/>
            <a:pathLst>
              <a:path w="8140" h="1302" extrusionOk="0">
                <a:moveTo>
                  <a:pt x="1" y="1"/>
                </a:moveTo>
                <a:lnTo>
                  <a:pt x="1" y="1301"/>
                </a:lnTo>
                <a:lnTo>
                  <a:pt x="8140" y="1301"/>
                </a:lnTo>
                <a:lnTo>
                  <a:pt x="8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3"/>
          <p:cNvSpPr/>
          <p:nvPr/>
        </p:nvSpPr>
        <p:spPr>
          <a:xfrm>
            <a:off x="8752265" y="4496288"/>
            <a:ext cx="234503" cy="38218"/>
          </a:xfrm>
          <a:custGeom>
            <a:avLst/>
            <a:gdLst/>
            <a:ahLst/>
            <a:cxnLst/>
            <a:rect l="l" t="t" r="r" b="b"/>
            <a:pathLst>
              <a:path w="7173" h="1169" extrusionOk="0">
                <a:moveTo>
                  <a:pt x="1" y="1"/>
                </a:moveTo>
                <a:lnTo>
                  <a:pt x="1" y="1168"/>
                </a:lnTo>
                <a:lnTo>
                  <a:pt x="7172" y="1168"/>
                </a:lnTo>
                <a:lnTo>
                  <a:pt x="71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13"/>
          <p:cNvSpPr/>
          <p:nvPr/>
        </p:nvSpPr>
        <p:spPr>
          <a:xfrm>
            <a:off x="9070484" y="4590475"/>
            <a:ext cx="531178" cy="74229"/>
          </a:xfrm>
          <a:custGeom>
            <a:avLst/>
            <a:gdLst/>
            <a:ahLst/>
            <a:cxnLst/>
            <a:rect l="l" t="t" r="r" b="b"/>
            <a:pathLst>
              <a:path w="24752" h="2270" extrusionOk="0">
                <a:moveTo>
                  <a:pt x="1" y="1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13"/>
          <p:cNvSpPr/>
          <p:nvPr/>
        </p:nvSpPr>
        <p:spPr>
          <a:xfrm>
            <a:off x="-354569" y="4742224"/>
            <a:ext cx="80750" cy="2295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13"/>
          <p:cNvSpPr/>
          <p:nvPr/>
        </p:nvSpPr>
        <p:spPr>
          <a:xfrm>
            <a:off x="134275" y="1004838"/>
            <a:ext cx="151639" cy="71724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13"/>
          <p:cNvSpPr/>
          <p:nvPr/>
        </p:nvSpPr>
        <p:spPr>
          <a:xfrm>
            <a:off x="-279868" y="4863824"/>
            <a:ext cx="302111" cy="8509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1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13"/>
          <p:cNvSpPr/>
          <p:nvPr/>
        </p:nvSpPr>
        <p:spPr>
          <a:xfrm>
            <a:off x="-49221" y="5071568"/>
            <a:ext cx="133091" cy="38185"/>
          </a:xfrm>
          <a:custGeom>
            <a:avLst/>
            <a:gdLst/>
            <a:ahLst/>
            <a:cxnLst/>
            <a:rect l="l" t="t" r="r" b="b"/>
            <a:pathLst>
              <a:path w="4071" h="1168" extrusionOk="0">
                <a:moveTo>
                  <a:pt x="1" y="0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13"/>
          <p:cNvSpPr/>
          <p:nvPr/>
        </p:nvSpPr>
        <p:spPr>
          <a:xfrm>
            <a:off x="62260" y="4556447"/>
            <a:ext cx="181549" cy="2810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13"/>
          <p:cNvSpPr/>
          <p:nvPr/>
        </p:nvSpPr>
        <p:spPr>
          <a:xfrm>
            <a:off x="-123731" y="4182124"/>
            <a:ext cx="81829" cy="2291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13"/>
          <p:cNvSpPr/>
          <p:nvPr/>
        </p:nvSpPr>
        <p:spPr>
          <a:xfrm>
            <a:off x="-152408" y="4496836"/>
            <a:ext cx="134170" cy="37139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13"/>
          <p:cNvSpPr/>
          <p:nvPr/>
        </p:nvSpPr>
        <p:spPr>
          <a:xfrm>
            <a:off x="8831074" y="1511100"/>
            <a:ext cx="960254" cy="52948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1" y="0"/>
                </a:moveTo>
                <a:lnTo>
                  <a:pt x="1" y="2235"/>
                </a:lnTo>
                <a:lnTo>
                  <a:pt x="24752" y="2235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13"/>
          <p:cNvSpPr/>
          <p:nvPr/>
        </p:nvSpPr>
        <p:spPr>
          <a:xfrm>
            <a:off x="8607795" y="698109"/>
            <a:ext cx="181549" cy="62174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13"/>
          <p:cNvSpPr/>
          <p:nvPr/>
        </p:nvSpPr>
        <p:spPr>
          <a:xfrm>
            <a:off x="8597400" y="124237"/>
            <a:ext cx="302111" cy="62153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0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13"/>
          <p:cNvSpPr/>
          <p:nvPr/>
        </p:nvSpPr>
        <p:spPr>
          <a:xfrm>
            <a:off x="8972121" y="1455973"/>
            <a:ext cx="276620" cy="67727"/>
          </a:xfrm>
          <a:custGeom>
            <a:avLst/>
            <a:gdLst/>
            <a:ahLst/>
            <a:cxnLst/>
            <a:rect l="l" t="t" r="r" b="b"/>
            <a:pathLst>
              <a:path w="4637" h="2937" extrusionOk="0">
                <a:moveTo>
                  <a:pt x="0" y="1"/>
                </a:moveTo>
                <a:lnTo>
                  <a:pt x="0" y="2936"/>
                </a:lnTo>
                <a:lnTo>
                  <a:pt x="4637" y="2936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13"/>
          <p:cNvSpPr/>
          <p:nvPr/>
        </p:nvSpPr>
        <p:spPr>
          <a:xfrm>
            <a:off x="8873024" y="1879671"/>
            <a:ext cx="133058" cy="38218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13"/>
          <p:cNvSpPr/>
          <p:nvPr/>
        </p:nvSpPr>
        <p:spPr>
          <a:xfrm>
            <a:off x="-579762" y="2863401"/>
            <a:ext cx="531122" cy="74225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2"/>
                </a:lnTo>
                <a:lnTo>
                  <a:pt x="16245" y="2602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13"/>
          <p:cNvSpPr/>
          <p:nvPr/>
        </p:nvSpPr>
        <p:spPr>
          <a:xfrm>
            <a:off x="-387275" y="386675"/>
            <a:ext cx="629320" cy="42549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1" y="0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13"/>
          <p:cNvSpPr/>
          <p:nvPr/>
        </p:nvSpPr>
        <p:spPr>
          <a:xfrm>
            <a:off x="9233900" y="2021250"/>
            <a:ext cx="204350" cy="32550"/>
          </a:xfrm>
          <a:custGeom>
            <a:avLst/>
            <a:gdLst/>
            <a:ahLst/>
            <a:cxnLst/>
            <a:rect l="l" t="t" r="r" b="b"/>
            <a:pathLst>
              <a:path w="8174" h="1302" extrusionOk="0">
                <a:moveTo>
                  <a:pt x="1" y="1"/>
                </a:moveTo>
                <a:lnTo>
                  <a:pt x="1" y="1302"/>
                </a:lnTo>
                <a:lnTo>
                  <a:pt x="8173" y="1302"/>
                </a:lnTo>
                <a:lnTo>
                  <a:pt x="817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13"/>
          <p:cNvSpPr/>
          <p:nvPr/>
        </p:nvSpPr>
        <p:spPr>
          <a:xfrm>
            <a:off x="9108125" y="2921650"/>
            <a:ext cx="406150" cy="65075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3"/>
                </a:lnTo>
                <a:lnTo>
                  <a:pt x="16245" y="2603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13"/>
          <p:cNvSpPr/>
          <p:nvPr/>
        </p:nvSpPr>
        <p:spPr>
          <a:xfrm>
            <a:off x="8875325" y="3611550"/>
            <a:ext cx="128450" cy="35900"/>
          </a:xfrm>
          <a:custGeom>
            <a:avLst/>
            <a:gdLst/>
            <a:ahLst/>
            <a:cxnLst/>
            <a:rect l="l" t="t" r="r" b="b"/>
            <a:pathLst>
              <a:path w="5138" h="1436" extrusionOk="0">
                <a:moveTo>
                  <a:pt x="1" y="1"/>
                </a:moveTo>
                <a:lnTo>
                  <a:pt x="1" y="1435"/>
                </a:lnTo>
                <a:lnTo>
                  <a:pt x="5138" y="1435"/>
                </a:lnTo>
                <a:lnTo>
                  <a:pt x="5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13"/>
          <p:cNvSpPr/>
          <p:nvPr/>
        </p:nvSpPr>
        <p:spPr>
          <a:xfrm rot="10800000" flipH="1">
            <a:off x="8738100" y="3387914"/>
            <a:ext cx="181552" cy="32125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13"/>
          <p:cNvSpPr/>
          <p:nvPr/>
        </p:nvSpPr>
        <p:spPr>
          <a:xfrm>
            <a:off x="8756925" y="5015900"/>
            <a:ext cx="225175" cy="36725"/>
          </a:xfrm>
          <a:custGeom>
            <a:avLst/>
            <a:gdLst/>
            <a:ahLst/>
            <a:cxnLst/>
            <a:rect l="l" t="t" r="r" b="b"/>
            <a:pathLst>
              <a:path w="9007" h="1469" extrusionOk="0">
                <a:moveTo>
                  <a:pt x="0" y="0"/>
                </a:moveTo>
                <a:lnTo>
                  <a:pt x="0" y="1468"/>
                </a:lnTo>
                <a:lnTo>
                  <a:pt x="9007" y="1468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13"/>
          <p:cNvSpPr txBox="1">
            <a:spLocks noGrp="1"/>
          </p:cNvSpPr>
          <p:nvPr>
            <p:ph type="title" idx="15"/>
          </p:nvPr>
        </p:nvSpPr>
        <p:spPr>
          <a:xfrm>
            <a:off x="972900" y="347425"/>
            <a:ext cx="7198200" cy="5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1_1_1_1"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27"/>
          <p:cNvSpPr/>
          <p:nvPr/>
        </p:nvSpPr>
        <p:spPr>
          <a:xfrm rot="10800000" flipH="1">
            <a:off x="-1008475" y="4101624"/>
            <a:ext cx="1729416" cy="23650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2" name="Google Shape;2122;p27"/>
          <p:cNvSpPr/>
          <p:nvPr/>
        </p:nvSpPr>
        <p:spPr>
          <a:xfrm>
            <a:off x="1746664" y="301712"/>
            <a:ext cx="132307" cy="21090"/>
          </a:xfrm>
          <a:custGeom>
            <a:avLst/>
            <a:gdLst/>
            <a:ahLst/>
            <a:cxnLst/>
            <a:rect l="l" t="t" r="r" b="b"/>
            <a:pathLst>
              <a:path w="4404" h="702" extrusionOk="0">
                <a:moveTo>
                  <a:pt x="0" y="1"/>
                </a:moveTo>
                <a:lnTo>
                  <a:pt x="0" y="701"/>
                </a:lnTo>
                <a:lnTo>
                  <a:pt x="4403" y="701"/>
                </a:lnTo>
                <a:lnTo>
                  <a:pt x="4403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3" name="Google Shape;2123;p27"/>
          <p:cNvSpPr/>
          <p:nvPr/>
        </p:nvSpPr>
        <p:spPr>
          <a:xfrm>
            <a:off x="442545" y="1199421"/>
            <a:ext cx="131316" cy="21090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4" name="Google Shape;2124;p27"/>
          <p:cNvSpPr/>
          <p:nvPr/>
        </p:nvSpPr>
        <p:spPr>
          <a:xfrm>
            <a:off x="506752" y="3893420"/>
            <a:ext cx="244576" cy="39085"/>
          </a:xfrm>
          <a:custGeom>
            <a:avLst/>
            <a:gdLst/>
            <a:ahLst/>
            <a:cxnLst/>
            <a:rect l="l" t="t" r="r" b="b"/>
            <a:pathLst>
              <a:path w="8141" h="1301" extrusionOk="0">
                <a:moveTo>
                  <a:pt x="1" y="0"/>
                </a:moveTo>
                <a:lnTo>
                  <a:pt x="1" y="1301"/>
                </a:lnTo>
                <a:lnTo>
                  <a:pt x="8140" y="1301"/>
                </a:lnTo>
                <a:lnTo>
                  <a:pt x="81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5" name="Google Shape;2125;p27"/>
          <p:cNvSpPr/>
          <p:nvPr/>
        </p:nvSpPr>
        <p:spPr>
          <a:xfrm>
            <a:off x="-268886" y="3893420"/>
            <a:ext cx="577267" cy="56149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0" y="0"/>
                </a:moveTo>
                <a:lnTo>
                  <a:pt x="0" y="1868"/>
                </a:lnTo>
                <a:lnTo>
                  <a:pt x="19214" y="1868"/>
                </a:lnTo>
                <a:lnTo>
                  <a:pt x="19214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6" name="Google Shape;2126;p27"/>
          <p:cNvSpPr/>
          <p:nvPr/>
        </p:nvSpPr>
        <p:spPr>
          <a:xfrm>
            <a:off x="153825" y="4707584"/>
            <a:ext cx="489062" cy="55151"/>
          </a:xfrm>
          <a:custGeom>
            <a:avLst/>
            <a:gdLst/>
            <a:ahLst/>
            <a:cxnLst/>
            <a:rect l="l" t="t" r="r" b="b"/>
            <a:pathLst>
              <a:path w="16279" h="2603" extrusionOk="0">
                <a:moveTo>
                  <a:pt x="0" y="0"/>
                </a:moveTo>
                <a:lnTo>
                  <a:pt x="0" y="2602"/>
                </a:lnTo>
                <a:lnTo>
                  <a:pt x="16278" y="2602"/>
                </a:lnTo>
                <a:lnTo>
                  <a:pt x="16278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7" name="Google Shape;2127;p27"/>
          <p:cNvSpPr/>
          <p:nvPr/>
        </p:nvSpPr>
        <p:spPr>
          <a:xfrm>
            <a:off x="28828" y="539955"/>
            <a:ext cx="215495" cy="34098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8" name="Google Shape;2128;p27"/>
          <p:cNvSpPr/>
          <p:nvPr/>
        </p:nvSpPr>
        <p:spPr>
          <a:xfrm>
            <a:off x="8569185" y="3077804"/>
            <a:ext cx="215495" cy="34098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1"/>
                </a:moveTo>
                <a:lnTo>
                  <a:pt x="0" y="1135"/>
                </a:lnTo>
                <a:lnTo>
                  <a:pt x="7172" y="1135"/>
                </a:lnTo>
                <a:lnTo>
                  <a:pt x="717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9" name="Google Shape;2129;p27"/>
          <p:cNvSpPr/>
          <p:nvPr/>
        </p:nvSpPr>
        <p:spPr>
          <a:xfrm>
            <a:off x="5635433" y="5083528"/>
            <a:ext cx="742621" cy="67175"/>
          </a:xfrm>
          <a:custGeom>
            <a:avLst/>
            <a:gdLst/>
            <a:ahLst/>
            <a:cxnLst/>
            <a:rect l="l" t="t" r="r" b="b"/>
            <a:pathLst>
              <a:path w="24719" h="2236" extrusionOk="0">
                <a:moveTo>
                  <a:pt x="1" y="0"/>
                </a:moveTo>
                <a:lnTo>
                  <a:pt x="1" y="2235"/>
                </a:lnTo>
                <a:lnTo>
                  <a:pt x="24719" y="2235"/>
                </a:lnTo>
                <a:lnTo>
                  <a:pt x="24719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0" name="Google Shape;2130;p27"/>
          <p:cNvSpPr/>
          <p:nvPr/>
        </p:nvSpPr>
        <p:spPr>
          <a:xfrm>
            <a:off x="3062239" y="5003627"/>
            <a:ext cx="1304806" cy="21060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0" y="0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1" name="Google Shape;2131;p27"/>
          <p:cNvSpPr/>
          <p:nvPr/>
        </p:nvSpPr>
        <p:spPr>
          <a:xfrm>
            <a:off x="8739388" y="2068052"/>
            <a:ext cx="75196" cy="2106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2" name="Google Shape;2132;p27"/>
          <p:cNvSpPr/>
          <p:nvPr/>
        </p:nvSpPr>
        <p:spPr>
          <a:xfrm rot="10800000" flipH="1">
            <a:off x="4008413" y="4846282"/>
            <a:ext cx="204353" cy="33949"/>
          </a:xfrm>
          <a:custGeom>
            <a:avLst/>
            <a:gdLst/>
            <a:ahLst/>
            <a:cxnLst/>
            <a:rect l="l" t="t" r="r" b="b"/>
            <a:pathLst>
              <a:path w="2469" h="701" extrusionOk="0">
                <a:moveTo>
                  <a:pt x="1" y="0"/>
                </a:moveTo>
                <a:lnTo>
                  <a:pt x="1" y="701"/>
                </a:lnTo>
                <a:lnTo>
                  <a:pt x="2469" y="701"/>
                </a:lnTo>
                <a:lnTo>
                  <a:pt x="246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27"/>
          <p:cNvSpPr/>
          <p:nvPr/>
        </p:nvSpPr>
        <p:spPr>
          <a:xfrm>
            <a:off x="5490808" y="5021766"/>
            <a:ext cx="75196" cy="2106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4" name="Google Shape;2134;p27"/>
          <p:cNvSpPr/>
          <p:nvPr/>
        </p:nvSpPr>
        <p:spPr>
          <a:xfrm>
            <a:off x="7057292" y="4654573"/>
            <a:ext cx="139337" cy="39115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0" y="1"/>
                </a:moveTo>
                <a:lnTo>
                  <a:pt x="0" y="1301"/>
                </a:lnTo>
                <a:lnTo>
                  <a:pt x="4637" y="1301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5" name="Google Shape;2135;p27"/>
          <p:cNvSpPr/>
          <p:nvPr/>
        </p:nvSpPr>
        <p:spPr>
          <a:xfrm>
            <a:off x="7409725" y="4873387"/>
            <a:ext cx="277634" cy="35076"/>
          </a:xfrm>
          <a:custGeom>
            <a:avLst/>
            <a:gdLst/>
            <a:ahLst/>
            <a:cxnLst/>
            <a:rect l="l" t="t" r="r" b="b"/>
            <a:pathLst>
              <a:path w="10909" h="1869" extrusionOk="0">
                <a:moveTo>
                  <a:pt x="1" y="1"/>
                </a:moveTo>
                <a:lnTo>
                  <a:pt x="1" y="1869"/>
                </a:lnTo>
                <a:lnTo>
                  <a:pt x="10908" y="1869"/>
                </a:lnTo>
                <a:lnTo>
                  <a:pt x="1090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6" name="Google Shape;2136;p27"/>
          <p:cNvSpPr/>
          <p:nvPr/>
        </p:nvSpPr>
        <p:spPr>
          <a:xfrm>
            <a:off x="2683087" y="4726724"/>
            <a:ext cx="139326" cy="55145"/>
          </a:xfrm>
          <a:custGeom>
            <a:avLst/>
            <a:gdLst/>
            <a:ahLst/>
            <a:cxnLst/>
            <a:rect l="l" t="t" r="r" b="b"/>
            <a:pathLst>
              <a:path w="4638" h="2936" extrusionOk="0">
                <a:moveTo>
                  <a:pt x="0" y="1"/>
                </a:moveTo>
                <a:lnTo>
                  <a:pt x="0" y="2936"/>
                </a:lnTo>
                <a:lnTo>
                  <a:pt x="4637" y="2936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7" name="Google Shape;2137;p27"/>
          <p:cNvSpPr/>
          <p:nvPr/>
        </p:nvSpPr>
        <p:spPr>
          <a:xfrm>
            <a:off x="5099370" y="4726737"/>
            <a:ext cx="122303" cy="34098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8" name="Google Shape;2138;p27"/>
          <p:cNvSpPr/>
          <p:nvPr/>
        </p:nvSpPr>
        <p:spPr>
          <a:xfrm>
            <a:off x="2987606" y="4726725"/>
            <a:ext cx="292567" cy="21074"/>
          </a:xfrm>
          <a:custGeom>
            <a:avLst/>
            <a:gdLst/>
            <a:ahLst/>
            <a:cxnLst/>
            <a:rect l="l" t="t" r="r" b="b"/>
            <a:pathLst>
              <a:path w="22684" h="701" extrusionOk="0">
                <a:moveTo>
                  <a:pt x="1" y="0"/>
                </a:moveTo>
                <a:lnTo>
                  <a:pt x="1" y="701"/>
                </a:lnTo>
                <a:lnTo>
                  <a:pt x="22684" y="701"/>
                </a:lnTo>
                <a:lnTo>
                  <a:pt x="22684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9" name="Google Shape;2139;p27"/>
          <p:cNvSpPr/>
          <p:nvPr/>
        </p:nvSpPr>
        <p:spPr>
          <a:xfrm>
            <a:off x="7612193" y="4622359"/>
            <a:ext cx="75166" cy="21090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0" name="Google Shape;2140;p27"/>
          <p:cNvSpPr/>
          <p:nvPr/>
        </p:nvSpPr>
        <p:spPr>
          <a:xfrm>
            <a:off x="3520200" y="4859853"/>
            <a:ext cx="139319" cy="62148"/>
          </a:xfrm>
          <a:custGeom>
            <a:avLst/>
            <a:gdLst/>
            <a:ahLst/>
            <a:cxnLst/>
            <a:rect l="l" t="t" r="r" b="b"/>
            <a:pathLst>
              <a:path w="4637" h="2936" extrusionOk="0">
                <a:moveTo>
                  <a:pt x="0" y="0"/>
                </a:moveTo>
                <a:lnTo>
                  <a:pt x="0" y="2935"/>
                </a:lnTo>
                <a:lnTo>
                  <a:pt x="4637" y="2935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1" name="Google Shape;2141;p27"/>
          <p:cNvSpPr/>
          <p:nvPr/>
        </p:nvSpPr>
        <p:spPr>
          <a:xfrm>
            <a:off x="2089125" y="4660146"/>
            <a:ext cx="277623" cy="20875"/>
          </a:xfrm>
          <a:custGeom>
            <a:avLst/>
            <a:gdLst/>
            <a:ahLst/>
            <a:cxnLst/>
            <a:rect l="l" t="t" r="r" b="b"/>
            <a:pathLst>
              <a:path w="9241" h="2602" extrusionOk="0">
                <a:moveTo>
                  <a:pt x="0" y="0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2" name="Google Shape;2142;p27"/>
          <p:cNvSpPr/>
          <p:nvPr/>
        </p:nvSpPr>
        <p:spPr>
          <a:xfrm>
            <a:off x="5221668" y="5065058"/>
            <a:ext cx="122273" cy="35090"/>
          </a:xfrm>
          <a:custGeom>
            <a:avLst/>
            <a:gdLst/>
            <a:ahLst/>
            <a:cxnLst/>
            <a:rect l="l" t="t" r="r" b="b"/>
            <a:pathLst>
              <a:path w="4070" h="1168" extrusionOk="0">
                <a:moveTo>
                  <a:pt x="0" y="0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3" name="Google Shape;2143;p27"/>
          <p:cNvSpPr/>
          <p:nvPr/>
        </p:nvSpPr>
        <p:spPr>
          <a:xfrm>
            <a:off x="4129487" y="4549857"/>
            <a:ext cx="122273" cy="34098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" name="Google Shape;2144;p27"/>
          <p:cNvSpPr/>
          <p:nvPr/>
        </p:nvSpPr>
        <p:spPr>
          <a:xfrm rot="10800000" flipH="1">
            <a:off x="6023651" y="120731"/>
            <a:ext cx="1975137" cy="20874"/>
          </a:xfrm>
          <a:custGeom>
            <a:avLst/>
            <a:gdLst/>
            <a:ahLst/>
            <a:cxnLst/>
            <a:rect l="l" t="t" r="r" b="b"/>
            <a:pathLst>
              <a:path w="76489" h="701" extrusionOk="0">
                <a:moveTo>
                  <a:pt x="1" y="0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5" name="Google Shape;2145;p27"/>
          <p:cNvSpPr/>
          <p:nvPr/>
        </p:nvSpPr>
        <p:spPr>
          <a:xfrm>
            <a:off x="8301788" y="3830274"/>
            <a:ext cx="131316" cy="21090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6" name="Google Shape;2146;p27"/>
          <p:cNvSpPr/>
          <p:nvPr/>
        </p:nvSpPr>
        <p:spPr>
          <a:xfrm>
            <a:off x="8511584" y="268833"/>
            <a:ext cx="245537" cy="39115"/>
          </a:xfrm>
          <a:custGeom>
            <a:avLst/>
            <a:gdLst/>
            <a:ahLst/>
            <a:cxnLst/>
            <a:rect l="l" t="t" r="r" b="b"/>
            <a:pathLst>
              <a:path w="8173" h="1302" extrusionOk="0">
                <a:moveTo>
                  <a:pt x="0" y="0"/>
                </a:moveTo>
                <a:lnTo>
                  <a:pt x="0" y="1301"/>
                </a:lnTo>
                <a:lnTo>
                  <a:pt x="8173" y="1301"/>
                </a:lnTo>
                <a:lnTo>
                  <a:pt x="8173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7" name="Google Shape;2147;p27"/>
          <p:cNvSpPr/>
          <p:nvPr/>
        </p:nvSpPr>
        <p:spPr>
          <a:xfrm rot="10800000" flipH="1">
            <a:off x="8722800" y="1766875"/>
            <a:ext cx="489092" cy="35128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" name="Google Shape;2148;p27"/>
          <p:cNvSpPr/>
          <p:nvPr/>
        </p:nvSpPr>
        <p:spPr>
          <a:xfrm>
            <a:off x="762712" y="466071"/>
            <a:ext cx="270623" cy="43111"/>
          </a:xfrm>
          <a:custGeom>
            <a:avLst/>
            <a:gdLst/>
            <a:ahLst/>
            <a:cxnLst/>
            <a:rect l="l" t="t" r="r" b="b"/>
            <a:pathLst>
              <a:path w="9008" h="1435" extrusionOk="0">
                <a:moveTo>
                  <a:pt x="1" y="0"/>
                </a:moveTo>
                <a:lnTo>
                  <a:pt x="1" y="1434"/>
                </a:lnTo>
                <a:lnTo>
                  <a:pt x="9007" y="1434"/>
                </a:lnTo>
                <a:lnTo>
                  <a:pt x="900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9" name="Google Shape;2149;p27"/>
          <p:cNvSpPr/>
          <p:nvPr/>
        </p:nvSpPr>
        <p:spPr>
          <a:xfrm>
            <a:off x="399951" y="2301644"/>
            <a:ext cx="216486" cy="35120"/>
          </a:xfrm>
          <a:custGeom>
            <a:avLst/>
            <a:gdLst/>
            <a:ahLst/>
            <a:cxnLst/>
            <a:rect l="l" t="t" r="r" b="b"/>
            <a:pathLst>
              <a:path w="7206" h="1169" extrusionOk="0">
                <a:moveTo>
                  <a:pt x="0" y="1"/>
                </a:moveTo>
                <a:lnTo>
                  <a:pt x="0" y="1168"/>
                </a:lnTo>
                <a:lnTo>
                  <a:pt x="7205" y="1168"/>
                </a:lnTo>
                <a:lnTo>
                  <a:pt x="720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0" name="Google Shape;2150;p27"/>
          <p:cNvSpPr/>
          <p:nvPr/>
        </p:nvSpPr>
        <p:spPr>
          <a:xfrm>
            <a:off x="8322506" y="1474307"/>
            <a:ext cx="215495" cy="35090"/>
          </a:xfrm>
          <a:custGeom>
            <a:avLst/>
            <a:gdLst/>
            <a:ahLst/>
            <a:cxnLst/>
            <a:rect l="l" t="t" r="r" b="b"/>
            <a:pathLst>
              <a:path w="7173" h="1168" extrusionOk="0">
                <a:moveTo>
                  <a:pt x="0" y="0"/>
                </a:moveTo>
                <a:lnTo>
                  <a:pt x="0" y="1168"/>
                </a:lnTo>
                <a:lnTo>
                  <a:pt x="7172" y="1168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1" name="Google Shape;2151;p27"/>
          <p:cNvSpPr/>
          <p:nvPr/>
        </p:nvSpPr>
        <p:spPr>
          <a:xfrm>
            <a:off x="8816577" y="3857831"/>
            <a:ext cx="743612" cy="68166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1" y="1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2" name="Google Shape;2152;p27"/>
          <p:cNvSpPr/>
          <p:nvPr/>
        </p:nvSpPr>
        <p:spPr>
          <a:xfrm>
            <a:off x="-877833" y="3128268"/>
            <a:ext cx="1305797" cy="21090"/>
          </a:xfrm>
          <a:custGeom>
            <a:avLst/>
            <a:gdLst/>
            <a:ahLst/>
            <a:cxnLst/>
            <a:rect l="l" t="t" r="r" b="b"/>
            <a:pathLst>
              <a:path w="43465" h="702" extrusionOk="0">
                <a:moveTo>
                  <a:pt x="0" y="1"/>
                </a:moveTo>
                <a:lnTo>
                  <a:pt x="0" y="701"/>
                </a:lnTo>
                <a:lnTo>
                  <a:pt x="43465" y="701"/>
                </a:lnTo>
                <a:lnTo>
                  <a:pt x="4346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3" name="Google Shape;2153;p27"/>
          <p:cNvSpPr/>
          <p:nvPr/>
        </p:nvSpPr>
        <p:spPr>
          <a:xfrm>
            <a:off x="-529444" y="3278090"/>
            <a:ext cx="74205" cy="2109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4" name="Google Shape;2154;p27"/>
          <p:cNvSpPr/>
          <p:nvPr/>
        </p:nvSpPr>
        <p:spPr>
          <a:xfrm>
            <a:off x="-294581" y="3408884"/>
            <a:ext cx="139307" cy="39115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0"/>
                </a:moveTo>
                <a:lnTo>
                  <a:pt x="0" y="1301"/>
                </a:lnTo>
                <a:lnTo>
                  <a:pt x="4637" y="1301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5" name="Google Shape;2155;p27"/>
          <p:cNvSpPr/>
          <p:nvPr/>
        </p:nvSpPr>
        <p:spPr>
          <a:xfrm>
            <a:off x="-144628" y="3470004"/>
            <a:ext cx="328755" cy="56149"/>
          </a:xfrm>
          <a:custGeom>
            <a:avLst/>
            <a:gdLst/>
            <a:ahLst/>
            <a:cxnLst/>
            <a:rect l="l" t="t" r="r" b="b"/>
            <a:pathLst>
              <a:path w="10943" h="1869" extrusionOk="0">
                <a:moveTo>
                  <a:pt x="1" y="1"/>
                </a:moveTo>
                <a:lnTo>
                  <a:pt x="1" y="1869"/>
                </a:lnTo>
                <a:lnTo>
                  <a:pt x="10942" y="1869"/>
                </a:lnTo>
                <a:lnTo>
                  <a:pt x="1094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6" name="Google Shape;2156;p27"/>
          <p:cNvSpPr/>
          <p:nvPr/>
        </p:nvSpPr>
        <p:spPr>
          <a:xfrm>
            <a:off x="-577125" y="3073674"/>
            <a:ext cx="139295" cy="62147"/>
          </a:xfrm>
          <a:custGeom>
            <a:avLst/>
            <a:gdLst/>
            <a:ahLst/>
            <a:cxnLst/>
            <a:rect l="l" t="t" r="r" b="b"/>
            <a:pathLst>
              <a:path w="4637" h="2970" extrusionOk="0">
                <a:moveTo>
                  <a:pt x="0" y="1"/>
                </a:moveTo>
                <a:lnTo>
                  <a:pt x="0" y="2970"/>
                </a:lnTo>
                <a:lnTo>
                  <a:pt x="4637" y="2970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7" name="Google Shape;2157;p27"/>
          <p:cNvSpPr/>
          <p:nvPr/>
        </p:nvSpPr>
        <p:spPr>
          <a:xfrm>
            <a:off x="-577542" y="3383329"/>
            <a:ext cx="122303" cy="34098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8" name="Google Shape;2158;p27"/>
          <p:cNvSpPr/>
          <p:nvPr/>
        </p:nvSpPr>
        <p:spPr>
          <a:xfrm>
            <a:off x="-150638" y="2668798"/>
            <a:ext cx="681484" cy="21090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9" name="Google Shape;2159;p27"/>
          <p:cNvSpPr/>
          <p:nvPr/>
        </p:nvSpPr>
        <p:spPr>
          <a:xfrm>
            <a:off x="-29387" y="2767998"/>
            <a:ext cx="74205" cy="2109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0" name="Google Shape;2160;p27"/>
          <p:cNvSpPr/>
          <p:nvPr/>
        </p:nvSpPr>
        <p:spPr>
          <a:xfrm>
            <a:off x="-358082" y="2571580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1" name="Google Shape;2161;p27"/>
          <p:cNvSpPr/>
          <p:nvPr/>
        </p:nvSpPr>
        <p:spPr>
          <a:xfrm>
            <a:off x="-187711" y="2978446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2" name="Google Shape;2162;p27"/>
          <p:cNvSpPr/>
          <p:nvPr/>
        </p:nvSpPr>
        <p:spPr>
          <a:xfrm>
            <a:off x="155014" y="2897271"/>
            <a:ext cx="139337" cy="39115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3" name="Google Shape;2163;p27"/>
          <p:cNvSpPr/>
          <p:nvPr/>
        </p:nvSpPr>
        <p:spPr>
          <a:xfrm>
            <a:off x="155014" y="2678862"/>
            <a:ext cx="139337" cy="88205"/>
          </a:xfrm>
          <a:custGeom>
            <a:avLst/>
            <a:gdLst/>
            <a:ahLst/>
            <a:cxnLst/>
            <a:rect l="l" t="t" r="r" b="b"/>
            <a:pathLst>
              <a:path w="4638" h="2936" extrusionOk="0">
                <a:moveTo>
                  <a:pt x="1" y="0"/>
                </a:moveTo>
                <a:lnTo>
                  <a:pt x="1" y="2936"/>
                </a:lnTo>
                <a:lnTo>
                  <a:pt x="4637" y="2936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4" name="Google Shape;2164;p27"/>
          <p:cNvSpPr/>
          <p:nvPr/>
        </p:nvSpPr>
        <p:spPr>
          <a:xfrm>
            <a:off x="-187706" y="1453270"/>
            <a:ext cx="276631" cy="77179"/>
          </a:xfrm>
          <a:custGeom>
            <a:avLst/>
            <a:gdLst/>
            <a:ahLst/>
            <a:cxnLst/>
            <a:rect l="l" t="t" r="r" b="b"/>
            <a:pathLst>
              <a:path w="9208" h="2569" extrusionOk="0">
                <a:moveTo>
                  <a:pt x="1" y="0"/>
                </a:moveTo>
                <a:lnTo>
                  <a:pt x="1" y="2569"/>
                </a:lnTo>
                <a:lnTo>
                  <a:pt x="9207" y="2569"/>
                </a:lnTo>
                <a:lnTo>
                  <a:pt x="920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5" name="Google Shape;2165;p27"/>
          <p:cNvSpPr/>
          <p:nvPr/>
        </p:nvSpPr>
        <p:spPr>
          <a:xfrm>
            <a:off x="-77485" y="2874229"/>
            <a:ext cx="122303" cy="34098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1"/>
                </a:moveTo>
                <a:lnTo>
                  <a:pt x="1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6" name="Google Shape;2166;p27"/>
          <p:cNvSpPr/>
          <p:nvPr/>
        </p:nvSpPr>
        <p:spPr>
          <a:xfrm>
            <a:off x="8304602" y="4294925"/>
            <a:ext cx="378226" cy="34076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7" name="Google Shape;2167;p27"/>
          <p:cNvSpPr/>
          <p:nvPr/>
        </p:nvSpPr>
        <p:spPr>
          <a:xfrm>
            <a:off x="8643380" y="4934256"/>
            <a:ext cx="75166" cy="21090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8" name="Google Shape;2168;p27"/>
          <p:cNvSpPr/>
          <p:nvPr/>
        </p:nvSpPr>
        <p:spPr>
          <a:xfrm>
            <a:off x="9064184" y="4448791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9" name="Google Shape;2169;p27"/>
          <p:cNvSpPr/>
          <p:nvPr/>
        </p:nvSpPr>
        <p:spPr>
          <a:xfrm>
            <a:off x="4545200" y="301612"/>
            <a:ext cx="328729" cy="39076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0"/>
                </a:moveTo>
                <a:lnTo>
                  <a:pt x="0" y="1301"/>
                </a:lnTo>
                <a:lnTo>
                  <a:pt x="4637" y="1301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0" name="Google Shape;2170;p27"/>
          <p:cNvSpPr/>
          <p:nvPr/>
        </p:nvSpPr>
        <p:spPr>
          <a:xfrm>
            <a:off x="8265909" y="2114115"/>
            <a:ext cx="328725" cy="56149"/>
          </a:xfrm>
          <a:custGeom>
            <a:avLst/>
            <a:gdLst/>
            <a:ahLst/>
            <a:cxnLst/>
            <a:rect l="l" t="t" r="r" b="b"/>
            <a:pathLst>
              <a:path w="10942" h="1869" extrusionOk="0">
                <a:moveTo>
                  <a:pt x="0" y="0"/>
                </a:moveTo>
                <a:lnTo>
                  <a:pt x="0" y="1868"/>
                </a:lnTo>
                <a:lnTo>
                  <a:pt x="10941" y="1868"/>
                </a:lnTo>
                <a:lnTo>
                  <a:pt x="10941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1" name="Google Shape;2171;p27"/>
          <p:cNvSpPr/>
          <p:nvPr/>
        </p:nvSpPr>
        <p:spPr>
          <a:xfrm>
            <a:off x="8360613" y="777226"/>
            <a:ext cx="139295" cy="67176"/>
          </a:xfrm>
          <a:custGeom>
            <a:avLst/>
            <a:gdLst/>
            <a:ahLst/>
            <a:cxnLst/>
            <a:rect l="l" t="t" r="r" b="b"/>
            <a:pathLst>
              <a:path w="4637" h="2936" extrusionOk="0">
                <a:moveTo>
                  <a:pt x="0" y="0"/>
                </a:moveTo>
                <a:lnTo>
                  <a:pt x="0" y="2936"/>
                </a:lnTo>
                <a:lnTo>
                  <a:pt x="4637" y="2936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2" name="Google Shape;2172;p27"/>
          <p:cNvSpPr/>
          <p:nvPr/>
        </p:nvSpPr>
        <p:spPr>
          <a:xfrm>
            <a:off x="8150166" y="371961"/>
            <a:ext cx="154358" cy="43111"/>
          </a:xfrm>
          <a:custGeom>
            <a:avLst/>
            <a:gdLst/>
            <a:ahLst/>
            <a:cxnLst/>
            <a:rect l="l" t="t" r="r" b="b"/>
            <a:pathLst>
              <a:path w="5138" h="1435" extrusionOk="0">
                <a:moveTo>
                  <a:pt x="1" y="1"/>
                </a:moveTo>
                <a:lnTo>
                  <a:pt x="1" y="1435"/>
                </a:lnTo>
                <a:lnTo>
                  <a:pt x="5138" y="1435"/>
                </a:lnTo>
                <a:lnTo>
                  <a:pt x="513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3" name="Google Shape;2173;p27"/>
          <p:cNvSpPr/>
          <p:nvPr/>
        </p:nvSpPr>
        <p:spPr>
          <a:xfrm>
            <a:off x="3872226" y="245750"/>
            <a:ext cx="122273" cy="34098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4" name="Google Shape;2174;p27"/>
          <p:cNvSpPr/>
          <p:nvPr/>
        </p:nvSpPr>
        <p:spPr>
          <a:xfrm>
            <a:off x="7057295" y="265573"/>
            <a:ext cx="122273" cy="34098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5" name="Google Shape;2175;p27"/>
          <p:cNvSpPr/>
          <p:nvPr/>
        </p:nvSpPr>
        <p:spPr>
          <a:xfrm>
            <a:off x="5953548" y="4583837"/>
            <a:ext cx="464001" cy="21100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4" y="701"/>
                </a:lnTo>
                <a:lnTo>
                  <a:pt x="22684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6" name="Google Shape;2176;p27"/>
          <p:cNvSpPr/>
          <p:nvPr/>
        </p:nvSpPr>
        <p:spPr>
          <a:xfrm>
            <a:off x="4534392" y="77347"/>
            <a:ext cx="75196" cy="2106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7" name="Google Shape;2177;p27"/>
          <p:cNvSpPr/>
          <p:nvPr/>
        </p:nvSpPr>
        <p:spPr>
          <a:xfrm>
            <a:off x="8955625" y="3641674"/>
            <a:ext cx="139319" cy="21099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1"/>
                </a:moveTo>
                <a:lnTo>
                  <a:pt x="0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8" name="Google Shape;2178;p27"/>
          <p:cNvSpPr/>
          <p:nvPr/>
        </p:nvSpPr>
        <p:spPr>
          <a:xfrm>
            <a:off x="317675" y="1913460"/>
            <a:ext cx="139319" cy="56148"/>
          </a:xfrm>
          <a:custGeom>
            <a:avLst/>
            <a:gdLst/>
            <a:ahLst/>
            <a:cxnLst/>
            <a:rect l="l" t="t" r="r" b="b"/>
            <a:pathLst>
              <a:path w="4637" h="2970" extrusionOk="0">
                <a:moveTo>
                  <a:pt x="0" y="1"/>
                </a:moveTo>
                <a:lnTo>
                  <a:pt x="0" y="2969"/>
                </a:lnTo>
                <a:lnTo>
                  <a:pt x="4637" y="2969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9" name="Google Shape;2179;p27"/>
          <p:cNvSpPr/>
          <p:nvPr/>
        </p:nvSpPr>
        <p:spPr>
          <a:xfrm>
            <a:off x="188756" y="1179144"/>
            <a:ext cx="122273" cy="35120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0" name="Google Shape;2180;p27"/>
          <p:cNvSpPr/>
          <p:nvPr/>
        </p:nvSpPr>
        <p:spPr>
          <a:xfrm>
            <a:off x="1208244" y="4952659"/>
            <a:ext cx="73184" cy="34098"/>
          </a:xfrm>
          <a:custGeom>
            <a:avLst/>
            <a:gdLst/>
            <a:ahLst/>
            <a:cxnLst/>
            <a:rect l="l" t="t" r="r" b="b"/>
            <a:pathLst>
              <a:path w="2436" h="1135" extrusionOk="0">
                <a:moveTo>
                  <a:pt x="1" y="1"/>
                </a:moveTo>
                <a:lnTo>
                  <a:pt x="1" y="1135"/>
                </a:lnTo>
                <a:lnTo>
                  <a:pt x="2436" y="1135"/>
                </a:lnTo>
                <a:lnTo>
                  <a:pt x="2436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1" name="Google Shape;2181;p27"/>
          <p:cNvSpPr/>
          <p:nvPr/>
        </p:nvSpPr>
        <p:spPr>
          <a:xfrm>
            <a:off x="834816" y="4710588"/>
            <a:ext cx="73184" cy="34098"/>
          </a:xfrm>
          <a:custGeom>
            <a:avLst/>
            <a:gdLst/>
            <a:ahLst/>
            <a:cxnLst/>
            <a:rect l="l" t="t" r="r" b="b"/>
            <a:pathLst>
              <a:path w="2436" h="1135" extrusionOk="0">
                <a:moveTo>
                  <a:pt x="1" y="1"/>
                </a:moveTo>
                <a:lnTo>
                  <a:pt x="1" y="1135"/>
                </a:lnTo>
                <a:lnTo>
                  <a:pt x="2436" y="1135"/>
                </a:lnTo>
                <a:lnTo>
                  <a:pt x="2436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2" name="Google Shape;2182;p27"/>
          <p:cNvSpPr/>
          <p:nvPr/>
        </p:nvSpPr>
        <p:spPr>
          <a:xfrm>
            <a:off x="3256447" y="5106302"/>
            <a:ext cx="356654" cy="48027"/>
          </a:xfrm>
          <a:custGeom>
            <a:avLst/>
            <a:gdLst/>
            <a:ahLst/>
            <a:cxnLst/>
            <a:rect l="l" t="t" r="r" b="b"/>
            <a:pathLst>
              <a:path w="4537" h="2069" extrusionOk="0">
                <a:moveTo>
                  <a:pt x="0" y="1"/>
                </a:moveTo>
                <a:lnTo>
                  <a:pt x="0" y="2069"/>
                </a:lnTo>
                <a:lnTo>
                  <a:pt x="4537" y="2069"/>
                </a:lnTo>
                <a:lnTo>
                  <a:pt x="45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3" name="Google Shape;2183;p27"/>
          <p:cNvSpPr/>
          <p:nvPr/>
        </p:nvSpPr>
        <p:spPr>
          <a:xfrm>
            <a:off x="1634156" y="5133034"/>
            <a:ext cx="321725" cy="89226"/>
          </a:xfrm>
          <a:custGeom>
            <a:avLst/>
            <a:gdLst/>
            <a:ahLst/>
            <a:cxnLst/>
            <a:rect l="l" t="t" r="r" b="b"/>
            <a:pathLst>
              <a:path w="10709" h="2970" extrusionOk="0">
                <a:moveTo>
                  <a:pt x="1" y="1"/>
                </a:moveTo>
                <a:lnTo>
                  <a:pt x="1" y="2970"/>
                </a:lnTo>
                <a:lnTo>
                  <a:pt x="10708" y="2970"/>
                </a:lnTo>
                <a:lnTo>
                  <a:pt x="1070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4" name="Google Shape;2184;p27"/>
          <p:cNvSpPr/>
          <p:nvPr/>
        </p:nvSpPr>
        <p:spPr>
          <a:xfrm>
            <a:off x="-77475" y="4415816"/>
            <a:ext cx="271592" cy="55146"/>
          </a:xfrm>
          <a:custGeom>
            <a:avLst/>
            <a:gdLst/>
            <a:ahLst/>
            <a:cxnLst/>
            <a:rect l="l" t="t" r="r" b="b"/>
            <a:pathLst>
              <a:path w="9041" h="4137" extrusionOk="0">
                <a:moveTo>
                  <a:pt x="0" y="0"/>
                </a:moveTo>
                <a:lnTo>
                  <a:pt x="0" y="4137"/>
                </a:lnTo>
                <a:lnTo>
                  <a:pt x="9040" y="4137"/>
                </a:lnTo>
                <a:lnTo>
                  <a:pt x="90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5" name="Google Shape;2185;p27"/>
          <p:cNvSpPr/>
          <p:nvPr/>
        </p:nvSpPr>
        <p:spPr>
          <a:xfrm>
            <a:off x="3900355" y="5107158"/>
            <a:ext cx="120260" cy="55158"/>
          </a:xfrm>
          <a:custGeom>
            <a:avLst/>
            <a:gdLst/>
            <a:ahLst/>
            <a:cxnLst/>
            <a:rect l="l" t="t" r="r" b="b"/>
            <a:pathLst>
              <a:path w="4003" h="1836" extrusionOk="0">
                <a:moveTo>
                  <a:pt x="0" y="1"/>
                </a:moveTo>
                <a:lnTo>
                  <a:pt x="0" y="1836"/>
                </a:lnTo>
                <a:lnTo>
                  <a:pt x="4003" y="1836"/>
                </a:lnTo>
                <a:lnTo>
                  <a:pt x="40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6" name="Google Shape;2186;p27"/>
          <p:cNvSpPr/>
          <p:nvPr/>
        </p:nvSpPr>
        <p:spPr>
          <a:xfrm>
            <a:off x="692144" y="4854450"/>
            <a:ext cx="119299" cy="55158"/>
          </a:xfrm>
          <a:custGeom>
            <a:avLst/>
            <a:gdLst/>
            <a:ahLst/>
            <a:cxnLst/>
            <a:rect l="l" t="t" r="r" b="b"/>
            <a:pathLst>
              <a:path w="3971" h="1836" extrusionOk="0">
                <a:moveTo>
                  <a:pt x="1" y="1"/>
                </a:moveTo>
                <a:lnTo>
                  <a:pt x="1" y="1835"/>
                </a:lnTo>
                <a:lnTo>
                  <a:pt x="3970" y="1835"/>
                </a:lnTo>
                <a:lnTo>
                  <a:pt x="39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7" name="Google Shape;2187;p27"/>
          <p:cNvSpPr/>
          <p:nvPr/>
        </p:nvSpPr>
        <p:spPr>
          <a:xfrm>
            <a:off x="-538457" y="2280979"/>
            <a:ext cx="96226" cy="95235"/>
          </a:xfrm>
          <a:custGeom>
            <a:avLst/>
            <a:gdLst/>
            <a:ahLst/>
            <a:cxnLst/>
            <a:rect l="l" t="t" r="r" b="b"/>
            <a:pathLst>
              <a:path w="3203" h="3170" extrusionOk="0">
                <a:moveTo>
                  <a:pt x="2369" y="834"/>
                </a:moveTo>
                <a:lnTo>
                  <a:pt x="2369" y="2335"/>
                </a:lnTo>
                <a:lnTo>
                  <a:pt x="834" y="2335"/>
                </a:lnTo>
                <a:lnTo>
                  <a:pt x="834" y="834"/>
                </a:lnTo>
                <a:close/>
                <a:moveTo>
                  <a:pt x="0" y="0"/>
                </a:moveTo>
                <a:lnTo>
                  <a:pt x="0" y="3169"/>
                </a:lnTo>
                <a:lnTo>
                  <a:pt x="3203" y="3169"/>
                </a:lnTo>
                <a:lnTo>
                  <a:pt x="3203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8" name="Google Shape;2188;p27"/>
          <p:cNvSpPr/>
          <p:nvPr/>
        </p:nvSpPr>
        <p:spPr>
          <a:xfrm>
            <a:off x="2619012" y="298300"/>
            <a:ext cx="297738" cy="32129"/>
          </a:xfrm>
          <a:custGeom>
            <a:avLst/>
            <a:gdLst/>
            <a:ahLst/>
            <a:cxnLst/>
            <a:rect l="l" t="t" r="r" b="b"/>
            <a:pathLst>
              <a:path w="10008" h="1235" extrusionOk="0">
                <a:moveTo>
                  <a:pt x="0" y="0"/>
                </a:moveTo>
                <a:lnTo>
                  <a:pt x="0" y="1234"/>
                </a:lnTo>
                <a:lnTo>
                  <a:pt x="10007" y="1234"/>
                </a:lnTo>
                <a:lnTo>
                  <a:pt x="1000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9" name="Google Shape;2189;p27"/>
          <p:cNvSpPr/>
          <p:nvPr/>
        </p:nvSpPr>
        <p:spPr>
          <a:xfrm>
            <a:off x="221542" y="977374"/>
            <a:ext cx="298720" cy="32987"/>
          </a:xfrm>
          <a:custGeom>
            <a:avLst/>
            <a:gdLst/>
            <a:ahLst/>
            <a:cxnLst/>
            <a:rect l="l" t="t" r="r" b="b"/>
            <a:pathLst>
              <a:path w="10041" h="1268" extrusionOk="0">
                <a:moveTo>
                  <a:pt x="0" y="0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0" name="Google Shape;2190;p27"/>
          <p:cNvSpPr/>
          <p:nvPr/>
        </p:nvSpPr>
        <p:spPr>
          <a:xfrm>
            <a:off x="103250" y="2468943"/>
            <a:ext cx="614308" cy="6685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1" name="Google Shape;2191;p27"/>
          <p:cNvSpPr/>
          <p:nvPr/>
        </p:nvSpPr>
        <p:spPr>
          <a:xfrm>
            <a:off x="-563667" y="275042"/>
            <a:ext cx="1685100" cy="52965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6"/>
                </a:lnTo>
                <a:lnTo>
                  <a:pt x="56641" y="4036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2" name="Google Shape;2192;p27"/>
          <p:cNvSpPr/>
          <p:nvPr/>
        </p:nvSpPr>
        <p:spPr>
          <a:xfrm>
            <a:off x="2493953" y="5031416"/>
            <a:ext cx="298720" cy="32129"/>
          </a:xfrm>
          <a:custGeom>
            <a:avLst/>
            <a:gdLst/>
            <a:ahLst/>
            <a:cxnLst/>
            <a:rect l="l" t="t" r="r" b="b"/>
            <a:pathLst>
              <a:path w="10041" h="1235" extrusionOk="0">
                <a:moveTo>
                  <a:pt x="0" y="0"/>
                </a:moveTo>
                <a:lnTo>
                  <a:pt x="0" y="1235"/>
                </a:lnTo>
                <a:lnTo>
                  <a:pt x="10041" y="1235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3" name="Google Shape;2193;p27"/>
          <p:cNvSpPr/>
          <p:nvPr/>
        </p:nvSpPr>
        <p:spPr>
          <a:xfrm>
            <a:off x="2292387" y="4841159"/>
            <a:ext cx="297738" cy="32987"/>
          </a:xfrm>
          <a:custGeom>
            <a:avLst/>
            <a:gdLst/>
            <a:ahLst/>
            <a:cxnLst/>
            <a:rect l="l" t="t" r="r" b="b"/>
            <a:pathLst>
              <a:path w="10008" h="1268" extrusionOk="0">
                <a:moveTo>
                  <a:pt x="0" y="0"/>
                </a:moveTo>
                <a:lnTo>
                  <a:pt x="0" y="1268"/>
                </a:lnTo>
                <a:lnTo>
                  <a:pt x="10007" y="1268"/>
                </a:lnTo>
                <a:lnTo>
                  <a:pt x="1000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4" name="Google Shape;2194;p27"/>
          <p:cNvSpPr/>
          <p:nvPr/>
        </p:nvSpPr>
        <p:spPr>
          <a:xfrm>
            <a:off x="122205" y="1310198"/>
            <a:ext cx="298720" cy="32129"/>
          </a:xfrm>
          <a:custGeom>
            <a:avLst/>
            <a:gdLst/>
            <a:ahLst/>
            <a:cxnLst/>
            <a:rect l="l" t="t" r="r" b="b"/>
            <a:pathLst>
              <a:path w="10041" h="1235" extrusionOk="0">
                <a:moveTo>
                  <a:pt x="0" y="0"/>
                </a:moveTo>
                <a:lnTo>
                  <a:pt x="0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5" name="Google Shape;2195;p27"/>
          <p:cNvSpPr/>
          <p:nvPr/>
        </p:nvSpPr>
        <p:spPr>
          <a:xfrm>
            <a:off x="205175" y="4328473"/>
            <a:ext cx="489269" cy="34098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0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7"/>
          <p:cNvSpPr/>
          <p:nvPr/>
        </p:nvSpPr>
        <p:spPr>
          <a:xfrm>
            <a:off x="-330241" y="760208"/>
            <a:ext cx="489269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0" y="0"/>
                </a:moveTo>
                <a:lnTo>
                  <a:pt x="0" y="2068"/>
                </a:lnTo>
                <a:lnTo>
                  <a:pt x="16445" y="2068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7" name="Google Shape;2197;p27"/>
          <p:cNvSpPr/>
          <p:nvPr/>
        </p:nvSpPr>
        <p:spPr>
          <a:xfrm>
            <a:off x="-146980" y="3586336"/>
            <a:ext cx="297728" cy="52967"/>
          </a:xfrm>
          <a:custGeom>
            <a:avLst/>
            <a:gdLst/>
            <a:ahLst/>
            <a:cxnLst/>
            <a:rect l="l" t="t" r="r" b="b"/>
            <a:pathLst>
              <a:path w="45734" h="3537" extrusionOk="0">
                <a:moveTo>
                  <a:pt x="1" y="1"/>
                </a:moveTo>
                <a:lnTo>
                  <a:pt x="1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8" name="Google Shape;2198;p27"/>
          <p:cNvSpPr/>
          <p:nvPr/>
        </p:nvSpPr>
        <p:spPr>
          <a:xfrm>
            <a:off x="-258871" y="3629725"/>
            <a:ext cx="960214" cy="52976"/>
          </a:xfrm>
          <a:custGeom>
            <a:avLst/>
            <a:gdLst/>
            <a:ahLst/>
            <a:cxnLst/>
            <a:rect l="l" t="t" r="r" b="b"/>
            <a:pathLst>
              <a:path w="144938" h="568" extrusionOk="0">
                <a:moveTo>
                  <a:pt x="0" y="0"/>
                </a:moveTo>
                <a:lnTo>
                  <a:pt x="0" y="568"/>
                </a:lnTo>
                <a:lnTo>
                  <a:pt x="144937" y="568"/>
                </a:lnTo>
                <a:lnTo>
                  <a:pt x="14493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9" name="Google Shape;2199;p27"/>
          <p:cNvSpPr/>
          <p:nvPr/>
        </p:nvSpPr>
        <p:spPr>
          <a:xfrm>
            <a:off x="-392750" y="1838499"/>
            <a:ext cx="614308" cy="67717"/>
          </a:xfrm>
          <a:custGeom>
            <a:avLst/>
            <a:gdLst/>
            <a:ahLst/>
            <a:cxnLst/>
            <a:rect l="l" t="t" r="r" b="b"/>
            <a:pathLst>
              <a:path w="20649" h="2603" extrusionOk="0">
                <a:moveTo>
                  <a:pt x="0" y="0"/>
                </a:moveTo>
                <a:lnTo>
                  <a:pt x="0" y="2602"/>
                </a:lnTo>
                <a:lnTo>
                  <a:pt x="20648" y="2602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0" name="Google Shape;2200;p27"/>
          <p:cNvSpPr/>
          <p:nvPr/>
        </p:nvSpPr>
        <p:spPr>
          <a:xfrm>
            <a:off x="5624892" y="234954"/>
            <a:ext cx="298750" cy="32129"/>
          </a:xfrm>
          <a:custGeom>
            <a:avLst/>
            <a:gdLst/>
            <a:ahLst/>
            <a:cxnLst/>
            <a:rect l="l" t="t" r="r" b="b"/>
            <a:pathLst>
              <a:path w="10042" h="1235" extrusionOk="0">
                <a:moveTo>
                  <a:pt x="1" y="0"/>
                </a:moveTo>
                <a:lnTo>
                  <a:pt x="1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1" name="Google Shape;2201;p27"/>
          <p:cNvSpPr/>
          <p:nvPr/>
        </p:nvSpPr>
        <p:spPr>
          <a:xfrm>
            <a:off x="8451310" y="398628"/>
            <a:ext cx="1360557" cy="92015"/>
          </a:xfrm>
          <a:custGeom>
            <a:avLst/>
            <a:gdLst/>
            <a:ahLst/>
            <a:cxnLst/>
            <a:rect l="l" t="t" r="r" b="b"/>
            <a:pathLst>
              <a:path w="45733" h="3537" extrusionOk="0">
                <a:moveTo>
                  <a:pt x="0" y="1"/>
                </a:moveTo>
                <a:lnTo>
                  <a:pt x="0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2" name="Google Shape;2202;p27"/>
          <p:cNvSpPr/>
          <p:nvPr/>
        </p:nvSpPr>
        <p:spPr>
          <a:xfrm>
            <a:off x="8932540" y="1290861"/>
            <a:ext cx="298720" cy="32987"/>
          </a:xfrm>
          <a:custGeom>
            <a:avLst/>
            <a:gdLst/>
            <a:ahLst/>
            <a:cxnLst/>
            <a:rect l="l" t="t" r="r" b="b"/>
            <a:pathLst>
              <a:path w="10041" h="1268" extrusionOk="0">
                <a:moveTo>
                  <a:pt x="0" y="0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3" name="Google Shape;2203;p27"/>
          <p:cNvSpPr/>
          <p:nvPr/>
        </p:nvSpPr>
        <p:spPr>
          <a:xfrm>
            <a:off x="6109525" y="-74646"/>
            <a:ext cx="531172" cy="130000"/>
          </a:xfrm>
          <a:custGeom>
            <a:avLst/>
            <a:gdLst/>
            <a:ahLst/>
            <a:cxnLst/>
            <a:rect l="l" t="t" r="r" b="b"/>
            <a:pathLst>
              <a:path w="10042" h="1269" extrusionOk="0">
                <a:moveTo>
                  <a:pt x="1" y="1"/>
                </a:moveTo>
                <a:lnTo>
                  <a:pt x="1" y="1268"/>
                </a:lnTo>
                <a:lnTo>
                  <a:pt x="10041" y="1268"/>
                </a:lnTo>
                <a:lnTo>
                  <a:pt x="100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4" name="Google Shape;2204;p27"/>
          <p:cNvSpPr/>
          <p:nvPr/>
        </p:nvSpPr>
        <p:spPr>
          <a:xfrm>
            <a:off x="8498516" y="1004112"/>
            <a:ext cx="489268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1" y="0"/>
                </a:moveTo>
                <a:lnTo>
                  <a:pt x="1" y="2068"/>
                </a:lnTo>
                <a:lnTo>
                  <a:pt x="16446" y="2068"/>
                </a:lnTo>
                <a:lnTo>
                  <a:pt x="164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5" name="Google Shape;2205;p27"/>
          <p:cNvSpPr/>
          <p:nvPr/>
        </p:nvSpPr>
        <p:spPr>
          <a:xfrm flipH="1">
            <a:off x="8898849" y="2457652"/>
            <a:ext cx="629151" cy="60022"/>
          </a:xfrm>
          <a:custGeom>
            <a:avLst/>
            <a:gdLst/>
            <a:ahLst/>
            <a:cxnLst/>
            <a:rect l="l" t="t" r="r" b="b"/>
            <a:pathLst>
              <a:path w="56642" h="4070" extrusionOk="0">
                <a:moveTo>
                  <a:pt x="1" y="0"/>
                </a:moveTo>
                <a:lnTo>
                  <a:pt x="1" y="4070"/>
                </a:lnTo>
                <a:lnTo>
                  <a:pt x="56641" y="4070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27"/>
          <p:cNvSpPr/>
          <p:nvPr/>
        </p:nvSpPr>
        <p:spPr>
          <a:xfrm>
            <a:off x="6935826" y="5040757"/>
            <a:ext cx="298749" cy="32129"/>
          </a:xfrm>
          <a:custGeom>
            <a:avLst/>
            <a:gdLst/>
            <a:ahLst/>
            <a:cxnLst/>
            <a:rect l="l" t="t" r="r" b="b"/>
            <a:pathLst>
              <a:path w="10042" h="1235" extrusionOk="0">
                <a:moveTo>
                  <a:pt x="1" y="0"/>
                </a:moveTo>
                <a:lnTo>
                  <a:pt x="1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27"/>
          <p:cNvSpPr/>
          <p:nvPr/>
        </p:nvSpPr>
        <p:spPr>
          <a:xfrm>
            <a:off x="5624892" y="4734430"/>
            <a:ext cx="298750" cy="32987"/>
          </a:xfrm>
          <a:custGeom>
            <a:avLst/>
            <a:gdLst/>
            <a:ahLst/>
            <a:cxnLst/>
            <a:rect l="l" t="t" r="r" b="b"/>
            <a:pathLst>
              <a:path w="10042" h="1268" extrusionOk="0">
                <a:moveTo>
                  <a:pt x="1" y="0"/>
                </a:moveTo>
                <a:lnTo>
                  <a:pt x="1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8" name="Google Shape;2208;p27"/>
          <p:cNvSpPr/>
          <p:nvPr/>
        </p:nvSpPr>
        <p:spPr>
          <a:xfrm>
            <a:off x="4829020" y="4944423"/>
            <a:ext cx="489268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1" y="1"/>
                </a:moveTo>
                <a:lnTo>
                  <a:pt x="1" y="2069"/>
                </a:lnTo>
                <a:lnTo>
                  <a:pt x="16446" y="2069"/>
                </a:lnTo>
                <a:lnTo>
                  <a:pt x="1644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9" name="Google Shape;2209;p27"/>
          <p:cNvSpPr/>
          <p:nvPr/>
        </p:nvSpPr>
        <p:spPr>
          <a:xfrm>
            <a:off x="3891725" y="4683224"/>
            <a:ext cx="966453" cy="39645"/>
          </a:xfrm>
          <a:custGeom>
            <a:avLst/>
            <a:gdLst/>
            <a:ahLst/>
            <a:cxnLst/>
            <a:rect l="l" t="t" r="r" b="b"/>
            <a:pathLst>
              <a:path w="45733" h="3570" extrusionOk="0">
                <a:moveTo>
                  <a:pt x="0" y="1"/>
                </a:moveTo>
                <a:lnTo>
                  <a:pt x="0" y="3570"/>
                </a:lnTo>
                <a:lnTo>
                  <a:pt x="45733" y="3570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0" name="Google Shape;2210;p27"/>
          <p:cNvSpPr/>
          <p:nvPr/>
        </p:nvSpPr>
        <p:spPr>
          <a:xfrm>
            <a:off x="6220375" y="4934175"/>
            <a:ext cx="614308" cy="43127"/>
          </a:xfrm>
          <a:custGeom>
            <a:avLst/>
            <a:gdLst/>
            <a:ahLst/>
            <a:cxnLst/>
            <a:rect l="l" t="t" r="r" b="b"/>
            <a:pathLst>
              <a:path w="20649" h="2569" extrusionOk="0">
                <a:moveTo>
                  <a:pt x="0" y="0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1" name="Google Shape;2211;p27"/>
          <p:cNvSpPr/>
          <p:nvPr/>
        </p:nvSpPr>
        <p:spPr>
          <a:xfrm>
            <a:off x="8401650" y="4060081"/>
            <a:ext cx="1360517" cy="32124"/>
          </a:xfrm>
          <a:custGeom>
            <a:avLst/>
            <a:gdLst/>
            <a:ahLst/>
            <a:cxnLst/>
            <a:rect l="l" t="t" r="r" b="b"/>
            <a:pathLst>
              <a:path w="56641" h="4037" extrusionOk="0">
                <a:moveTo>
                  <a:pt x="0" y="0"/>
                </a:moveTo>
                <a:lnTo>
                  <a:pt x="0" y="4036"/>
                </a:lnTo>
                <a:lnTo>
                  <a:pt x="56641" y="4036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2" name="Google Shape;2212;p27"/>
          <p:cNvSpPr/>
          <p:nvPr/>
        </p:nvSpPr>
        <p:spPr>
          <a:xfrm>
            <a:off x="8485413" y="3237675"/>
            <a:ext cx="681508" cy="32125"/>
          </a:xfrm>
          <a:custGeom>
            <a:avLst/>
            <a:gdLst/>
            <a:ahLst/>
            <a:cxnLst/>
            <a:rect l="l" t="t" r="r" b="b"/>
            <a:pathLst>
              <a:path w="10041" h="1269" extrusionOk="0">
                <a:moveTo>
                  <a:pt x="0" y="1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3" name="Google Shape;2213;p27"/>
          <p:cNvSpPr/>
          <p:nvPr/>
        </p:nvSpPr>
        <p:spPr>
          <a:xfrm>
            <a:off x="7972863" y="4564531"/>
            <a:ext cx="298749" cy="33013"/>
          </a:xfrm>
          <a:custGeom>
            <a:avLst/>
            <a:gdLst/>
            <a:ahLst/>
            <a:cxnLst/>
            <a:rect l="l" t="t" r="r" b="b"/>
            <a:pathLst>
              <a:path w="10042" h="1269" extrusionOk="0">
                <a:moveTo>
                  <a:pt x="1" y="1"/>
                </a:moveTo>
                <a:lnTo>
                  <a:pt x="1" y="1269"/>
                </a:lnTo>
                <a:lnTo>
                  <a:pt x="10041" y="1269"/>
                </a:lnTo>
                <a:lnTo>
                  <a:pt x="100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4" name="Google Shape;2214;p27"/>
          <p:cNvSpPr/>
          <p:nvPr/>
        </p:nvSpPr>
        <p:spPr>
          <a:xfrm>
            <a:off x="8498535" y="2614088"/>
            <a:ext cx="489245" cy="105049"/>
          </a:xfrm>
          <a:custGeom>
            <a:avLst/>
            <a:gdLst/>
            <a:ahLst/>
            <a:cxnLst/>
            <a:rect l="l" t="t" r="r" b="b"/>
            <a:pathLst>
              <a:path w="56642" h="4038" extrusionOk="0">
                <a:moveTo>
                  <a:pt x="1" y="1"/>
                </a:moveTo>
                <a:lnTo>
                  <a:pt x="1" y="4037"/>
                </a:lnTo>
                <a:lnTo>
                  <a:pt x="56641" y="4037"/>
                </a:lnTo>
                <a:lnTo>
                  <a:pt x="566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5" name="Google Shape;2215;p27"/>
          <p:cNvSpPr/>
          <p:nvPr/>
        </p:nvSpPr>
        <p:spPr>
          <a:xfrm>
            <a:off x="8121018" y="5021628"/>
            <a:ext cx="134047" cy="21337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6" name="Google Shape;2216;p27"/>
          <p:cNvSpPr/>
          <p:nvPr/>
        </p:nvSpPr>
        <p:spPr>
          <a:xfrm>
            <a:off x="422812" y="4913450"/>
            <a:ext cx="390148" cy="79222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1" y="1"/>
                </a:moveTo>
                <a:lnTo>
                  <a:pt x="1" y="2603"/>
                </a:lnTo>
                <a:lnTo>
                  <a:pt x="16246" y="2603"/>
                </a:lnTo>
                <a:lnTo>
                  <a:pt x="162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7" name="Google Shape;2217;p27"/>
          <p:cNvSpPr/>
          <p:nvPr/>
        </p:nvSpPr>
        <p:spPr>
          <a:xfrm>
            <a:off x="-3616" y="4154250"/>
            <a:ext cx="390153" cy="69074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0" y="1"/>
                </a:moveTo>
                <a:lnTo>
                  <a:pt x="0" y="2269"/>
                </a:lnTo>
                <a:lnTo>
                  <a:pt x="24751" y="2269"/>
                </a:lnTo>
                <a:lnTo>
                  <a:pt x="2475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8" name="Google Shape;2218;p27"/>
          <p:cNvSpPr/>
          <p:nvPr/>
        </p:nvSpPr>
        <p:spPr>
          <a:xfrm rot="10800000" flipH="1">
            <a:off x="8498085" y="929596"/>
            <a:ext cx="966362" cy="23650"/>
          </a:xfrm>
          <a:custGeom>
            <a:avLst/>
            <a:gdLst/>
            <a:ahLst/>
            <a:cxnLst/>
            <a:rect l="l" t="t" r="r" b="b"/>
            <a:pathLst>
              <a:path w="43432" h="702" extrusionOk="0">
                <a:moveTo>
                  <a:pt x="0" y="1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9" name="Google Shape;2219;p27"/>
          <p:cNvSpPr/>
          <p:nvPr/>
        </p:nvSpPr>
        <p:spPr>
          <a:xfrm rot="10800000" flipH="1">
            <a:off x="8832898" y="749127"/>
            <a:ext cx="398578" cy="65575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0" name="Google Shape;2220;p27"/>
          <p:cNvSpPr/>
          <p:nvPr/>
        </p:nvSpPr>
        <p:spPr>
          <a:xfrm>
            <a:off x="8992266" y="603616"/>
            <a:ext cx="76185" cy="2133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1" name="Google Shape;2221;p27"/>
          <p:cNvSpPr/>
          <p:nvPr/>
        </p:nvSpPr>
        <p:spPr>
          <a:xfrm>
            <a:off x="8716163" y="571066"/>
            <a:ext cx="141169" cy="39630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1"/>
                </a:lnTo>
                <a:lnTo>
                  <a:pt x="4637" y="1301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2" name="Google Shape;2222;p27"/>
          <p:cNvSpPr/>
          <p:nvPr/>
        </p:nvSpPr>
        <p:spPr>
          <a:xfrm>
            <a:off x="8412100" y="568524"/>
            <a:ext cx="215488" cy="71101"/>
          </a:xfrm>
          <a:custGeom>
            <a:avLst/>
            <a:gdLst/>
            <a:ahLst/>
            <a:cxnLst/>
            <a:rect l="l" t="t" r="r" b="b"/>
            <a:pathLst>
              <a:path w="10908" h="1869" extrusionOk="0">
                <a:moveTo>
                  <a:pt x="0" y="1"/>
                </a:moveTo>
                <a:lnTo>
                  <a:pt x="0" y="1869"/>
                </a:lnTo>
                <a:lnTo>
                  <a:pt x="10908" y="1869"/>
                </a:lnTo>
                <a:lnTo>
                  <a:pt x="10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3" name="Google Shape;2223;p27"/>
          <p:cNvSpPr/>
          <p:nvPr/>
        </p:nvSpPr>
        <p:spPr>
          <a:xfrm>
            <a:off x="8435780" y="1247349"/>
            <a:ext cx="280268" cy="78194"/>
          </a:xfrm>
          <a:custGeom>
            <a:avLst/>
            <a:gdLst/>
            <a:ahLst/>
            <a:cxnLst/>
            <a:rect l="l" t="t" r="r" b="b"/>
            <a:pathLst>
              <a:path w="9208" h="2569" extrusionOk="0">
                <a:moveTo>
                  <a:pt x="1" y="0"/>
                </a:moveTo>
                <a:lnTo>
                  <a:pt x="1" y="2569"/>
                </a:lnTo>
                <a:lnTo>
                  <a:pt x="9207" y="2569"/>
                </a:lnTo>
                <a:lnTo>
                  <a:pt x="92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4" name="Google Shape;2224;p27"/>
          <p:cNvSpPr/>
          <p:nvPr/>
        </p:nvSpPr>
        <p:spPr>
          <a:xfrm>
            <a:off x="7678339" y="4936809"/>
            <a:ext cx="690444" cy="21337"/>
          </a:xfrm>
          <a:custGeom>
            <a:avLst/>
            <a:gdLst/>
            <a:ahLst/>
            <a:cxnLst/>
            <a:rect l="l" t="t" r="r" b="b"/>
            <a:pathLst>
              <a:path w="22684" h="701" extrusionOk="0">
                <a:moveTo>
                  <a:pt x="0" y="0"/>
                </a:moveTo>
                <a:lnTo>
                  <a:pt x="0" y="701"/>
                </a:lnTo>
                <a:lnTo>
                  <a:pt x="22683" y="701"/>
                </a:lnTo>
                <a:lnTo>
                  <a:pt x="2268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5" name="Google Shape;2225;p27"/>
          <p:cNvSpPr/>
          <p:nvPr/>
        </p:nvSpPr>
        <p:spPr>
          <a:xfrm>
            <a:off x="2869000" y="4894400"/>
            <a:ext cx="244574" cy="3965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6" name="Google Shape;2226;p27"/>
          <p:cNvSpPr/>
          <p:nvPr/>
        </p:nvSpPr>
        <p:spPr>
          <a:xfrm>
            <a:off x="3663505" y="4846849"/>
            <a:ext cx="75181" cy="21367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7" name="Google Shape;2227;p27"/>
          <p:cNvSpPr/>
          <p:nvPr/>
        </p:nvSpPr>
        <p:spPr>
          <a:xfrm>
            <a:off x="8334238" y="1120384"/>
            <a:ext cx="75181" cy="21367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8" name="Google Shape;2228;p27"/>
          <p:cNvSpPr/>
          <p:nvPr/>
        </p:nvSpPr>
        <p:spPr>
          <a:xfrm>
            <a:off x="8647968" y="1311739"/>
            <a:ext cx="141169" cy="39630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0"/>
                </a:moveTo>
                <a:lnTo>
                  <a:pt x="1" y="1301"/>
                </a:lnTo>
                <a:lnTo>
                  <a:pt x="4637" y="1301"/>
                </a:lnTo>
                <a:lnTo>
                  <a:pt x="46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9" name="Google Shape;2229;p27"/>
          <p:cNvSpPr/>
          <p:nvPr/>
        </p:nvSpPr>
        <p:spPr>
          <a:xfrm>
            <a:off x="2828043" y="5071931"/>
            <a:ext cx="141169" cy="90369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0" name="Google Shape;2230;p27"/>
          <p:cNvSpPr/>
          <p:nvPr/>
        </p:nvSpPr>
        <p:spPr>
          <a:xfrm>
            <a:off x="2437825" y="4953005"/>
            <a:ext cx="281250" cy="39648"/>
          </a:xfrm>
          <a:custGeom>
            <a:avLst/>
            <a:gdLst/>
            <a:ahLst/>
            <a:cxnLst/>
            <a:rect l="l" t="t" r="r" b="b"/>
            <a:pathLst>
              <a:path w="9241" h="2602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1" name="Google Shape;2231;p27"/>
          <p:cNvSpPr/>
          <p:nvPr/>
        </p:nvSpPr>
        <p:spPr>
          <a:xfrm>
            <a:off x="8454570" y="1677268"/>
            <a:ext cx="123911" cy="34547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2" name="Google Shape;2232;p27"/>
          <p:cNvSpPr/>
          <p:nvPr/>
        </p:nvSpPr>
        <p:spPr>
          <a:xfrm>
            <a:off x="3317950" y="4935275"/>
            <a:ext cx="123911" cy="35581"/>
          </a:xfrm>
          <a:custGeom>
            <a:avLst/>
            <a:gdLst/>
            <a:ahLst/>
            <a:cxnLst/>
            <a:rect l="l" t="t" r="r" b="b"/>
            <a:pathLst>
              <a:path w="4071" h="1169" extrusionOk="0">
                <a:moveTo>
                  <a:pt x="1" y="1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3" name="Google Shape;2233;p27"/>
          <p:cNvSpPr/>
          <p:nvPr/>
        </p:nvSpPr>
        <p:spPr>
          <a:xfrm>
            <a:off x="2674182" y="185586"/>
            <a:ext cx="219333" cy="34547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0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4" name="Google Shape;2234;p27"/>
          <p:cNvSpPr/>
          <p:nvPr/>
        </p:nvSpPr>
        <p:spPr>
          <a:xfrm>
            <a:off x="-629589" y="1653225"/>
            <a:ext cx="966397" cy="35599"/>
          </a:xfrm>
          <a:custGeom>
            <a:avLst/>
            <a:gdLst/>
            <a:ahLst/>
            <a:cxnLst/>
            <a:rect l="l" t="t" r="r" b="b"/>
            <a:pathLst>
              <a:path w="42465" h="1135" extrusionOk="0">
                <a:moveTo>
                  <a:pt x="1" y="0"/>
                </a:moveTo>
                <a:lnTo>
                  <a:pt x="1" y="1134"/>
                </a:lnTo>
                <a:lnTo>
                  <a:pt x="42464" y="1134"/>
                </a:lnTo>
                <a:lnTo>
                  <a:pt x="4246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5" name="Google Shape;2235;p27"/>
          <p:cNvSpPr/>
          <p:nvPr/>
        </p:nvSpPr>
        <p:spPr>
          <a:xfrm>
            <a:off x="3436303" y="218130"/>
            <a:ext cx="74146" cy="34547"/>
          </a:xfrm>
          <a:custGeom>
            <a:avLst/>
            <a:gdLst/>
            <a:ahLst/>
            <a:cxnLst/>
            <a:rect l="l" t="t" r="r" b="b"/>
            <a:pathLst>
              <a:path w="2436" h="1135" extrusionOk="0">
                <a:moveTo>
                  <a:pt x="0" y="1"/>
                </a:moveTo>
                <a:lnTo>
                  <a:pt x="0" y="1135"/>
                </a:lnTo>
                <a:lnTo>
                  <a:pt x="2435" y="1135"/>
                </a:lnTo>
                <a:lnTo>
                  <a:pt x="243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6" name="Google Shape;2236;p27"/>
          <p:cNvSpPr/>
          <p:nvPr/>
        </p:nvSpPr>
        <p:spPr>
          <a:xfrm>
            <a:off x="6667680" y="217605"/>
            <a:ext cx="74146" cy="35581"/>
          </a:xfrm>
          <a:custGeom>
            <a:avLst/>
            <a:gdLst/>
            <a:ahLst/>
            <a:cxnLst/>
            <a:rect l="l" t="t" r="r" b="b"/>
            <a:pathLst>
              <a:path w="2436" h="1169" extrusionOk="0">
                <a:moveTo>
                  <a:pt x="1" y="1"/>
                </a:moveTo>
                <a:lnTo>
                  <a:pt x="1" y="1168"/>
                </a:lnTo>
                <a:lnTo>
                  <a:pt x="2436" y="1168"/>
                </a:lnTo>
                <a:lnTo>
                  <a:pt x="243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7" name="Google Shape;2237;p27"/>
          <p:cNvSpPr/>
          <p:nvPr/>
        </p:nvSpPr>
        <p:spPr>
          <a:xfrm>
            <a:off x="5898748" y="113373"/>
            <a:ext cx="74146" cy="35581"/>
          </a:xfrm>
          <a:custGeom>
            <a:avLst/>
            <a:gdLst/>
            <a:ahLst/>
            <a:cxnLst/>
            <a:rect l="l" t="t" r="r" b="b"/>
            <a:pathLst>
              <a:path w="2436" h="1169" extrusionOk="0">
                <a:moveTo>
                  <a:pt x="0" y="1"/>
                </a:moveTo>
                <a:lnTo>
                  <a:pt x="0" y="1168"/>
                </a:lnTo>
                <a:lnTo>
                  <a:pt x="2435" y="1168"/>
                </a:lnTo>
                <a:lnTo>
                  <a:pt x="243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8" name="Google Shape;2238;p27"/>
          <p:cNvSpPr/>
          <p:nvPr/>
        </p:nvSpPr>
        <p:spPr>
          <a:xfrm>
            <a:off x="7812984" y="202906"/>
            <a:ext cx="138095" cy="65015"/>
          </a:xfrm>
          <a:custGeom>
            <a:avLst/>
            <a:gdLst/>
            <a:ahLst/>
            <a:cxnLst/>
            <a:rect l="l" t="t" r="r" b="b"/>
            <a:pathLst>
              <a:path w="4537" h="2136" extrusionOk="0">
                <a:moveTo>
                  <a:pt x="0" y="1"/>
                </a:moveTo>
                <a:lnTo>
                  <a:pt x="0" y="2136"/>
                </a:lnTo>
                <a:lnTo>
                  <a:pt x="4537" y="2136"/>
                </a:lnTo>
                <a:lnTo>
                  <a:pt x="45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9" name="Google Shape;2239;p27"/>
          <p:cNvSpPr/>
          <p:nvPr/>
        </p:nvSpPr>
        <p:spPr>
          <a:xfrm>
            <a:off x="8804387" y="3390737"/>
            <a:ext cx="324920" cy="55882"/>
          </a:xfrm>
          <a:custGeom>
            <a:avLst/>
            <a:gdLst/>
            <a:ahLst/>
            <a:cxnLst/>
            <a:rect l="l" t="t" r="r" b="b"/>
            <a:pathLst>
              <a:path w="10675" h="3070" extrusionOk="0">
                <a:moveTo>
                  <a:pt x="0" y="1"/>
                </a:moveTo>
                <a:lnTo>
                  <a:pt x="0" y="3070"/>
                </a:lnTo>
                <a:lnTo>
                  <a:pt x="10674" y="3070"/>
                </a:lnTo>
                <a:lnTo>
                  <a:pt x="1067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0" name="Google Shape;2240;p27"/>
          <p:cNvSpPr/>
          <p:nvPr/>
        </p:nvSpPr>
        <p:spPr>
          <a:xfrm rot="10800000" flipH="1">
            <a:off x="8839875" y="4229896"/>
            <a:ext cx="138095" cy="65023"/>
          </a:xfrm>
          <a:custGeom>
            <a:avLst/>
            <a:gdLst/>
            <a:ahLst/>
            <a:cxnLst/>
            <a:rect l="l" t="t" r="r" b="b"/>
            <a:pathLst>
              <a:path w="4537" h="4838" extrusionOk="0">
                <a:moveTo>
                  <a:pt x="0" y="1"/>
                </a:moveTo>
                <a:lnTo>
                  <a:pt x="0" y="4838"/>
                </a:lnTo>
                <a:lnTo>
                  <a:pt x="4537" y="4838"/>
                </a:lnTo>
                <a:lnTo>
                  <a:pt x="45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1" name="Google Shape;2241;p27"/>
          <p:cNvSpPr/>
          <p:nvPr/>
        </p:nvSpPr>
        <p:spPr>
          <a:xfrm>
            <a:off x="161612" y="1652175"/>
            <a:ext cx="357723" cy="71102"/>
          </a:xfrm>
          <a:custGeom>
            <a:avLst/>
            <a:gdLst/>
            <a:ahLst/>
            <a:cxnLst/>
            <a:rect l="l" t="t" r="r" b="b"/>
            <a:pathLst>
              <a:path w="5004" h="2336" extrusionOk="0">
                <a:moveTo>
                  <a:pt x="0" y="1"/>
                </a:moveTo>
                <a:lnTo>
                  <a:pt x="0" y="2336"/>
                </a:lnTo>
                <a:lnTo>
                  <a:pt x="5004" y="2336"/>
                </a:lnTo>
                <a:lnTo>
                  <a:pt x="50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2" name="Google Shape;2242;p27"/>
          <p:cNvSpPr/>
          <p:nvPr/>
        </p:nvSpPr>
        <p:spPr>
          <a:xfrm>
            <a:off x="8913484" y="2243351"/>
            <a:ext cx="274151" cy="129999"/>
          </a:xfrm>
          <a:custGeom>
            <a:avLst/>
            <a:gdLst/>
            <a:ahLst/>
            <a:cxnLst/>
            <a:rect l="l" t="t" r="r" b="b"/>
            <a:pathLst>
              <a:path w="9007" h="4271" extrusionOk="0">
                <a:moveTo>
                  <a:pt x="0" y="0"/>
                </a:moveTo>
                <a:lnTo>
                  <a:pt x="0" y="4270"/>
                </a:lnTo>
                <a:lnTo>
                  <a:pt x="9007" y="4270"/>
                </a:lnTo>
                <a:lnTo>
                  <a:pt x="90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3" name="Google Shape;2243;p27"/>
          <p:cNvSpPr/>
          <p:nvPr/>
        </p:nvSpPr>
        <p:spPr>
          <a:xfrm>
            <a:off x="6113015" y="206940"/>
            <a:ext cx="120837" cy="56888"/>
          </a:xfrm>
          <a:custGeom>
            <a:avLst/>
            <a:gdLst/>
            <a:ahLst/>
            <a:cxnLst/>
            <a:rect l="l" t="t" r="r" b="b"/>
            <a:pathLst>
              <a:path w="3970" h="1869" extrusionOk="0">
                <a:moveTo>
                  <a:pt x="0" y="0"/>
                </a:moveTo>
                <a:lnTo>
                  <a:pt x="0" y="1868"/>
                </a:lnTo>
                <a:lnTo>
                  <a:pt x="3970" y="1868"/>
                </a:lnTo>
                <a:lnTo>
                  <a:pt x="39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4" name="Google Shape;2244;p27"/>
          <p:cNvSpPr/>
          <p:nvPr/>
        </p:nvSpPr>
        <p:spPr>
          <a:xfrm>
            <a:off x="4803950" y="161779"/>
            <a:ext cx="120867" cy="56888"/>
          </a:xfrm>
          <a:custGeom>
            <a:avLst/>
            <a:gdLst/>
            <a:ahLst/>
            <a:cxnLst/>
            <a:rect l="l" t="t" r="r" b="b"/>
            <a:pathLst>
              <a:path w="3971" h="1869" extrusionOk="0">
                <a:moveTo>
                  <a:pt x="1" y="1"/>
                </a:moveTo>
                <a:lnTo>
                  <a:pt x="1" y="1869"/>
                </a:lnTo>
                <a:lnTo>
                  <a:pt x="3970" y="1869"/>
                </a:lnTo>
                <a:lnTo>
                  <a:pt x="39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5" name="Google Shape;2245;p27"/>
          <p:cNvSpPr/>
          <p:nvPr/>
        </p:nvSpPr>
        <p:spPr>
          <a:xfrm>
            <a:off x="8456625" y="2958823"/>
            <a:ext cx="74176" cy="20363"/>
          </a:xfrm>
          <a:custGeom>
            <a:avLst/>
            <a:gdLst/>
            <a:ahLst/>
            <a:cxnLst/>
            <a:rect l="l" t="t" r="r" b="b"/>
            <a:pathLst>
              <a:path w="2437" h="669" extrusionOk="0">
                <a:moveTo>
                  <a:pt x="1" y="1"/>
                </a:moveTo>
                <a:lnTo>
                  <a:pt x="1" y="668"/>
                </a:lnTo>
                <a:lnTo>
                  <a:pt x="2436" y="668"/>
                </a:lnTo>
                <a:lnTo>
                  <a:pt x="243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6" name="Google Shape;2246;p27"/>
          <p:cNvSpPr/>
          <p:nvPr/>
        </p:nvSpPr>
        <p:spPr>
          <a:xfrm>
            <a:off x="341859" y="1409563"/>
            <a:ext cx="137090" cy="39630"/>
          </a:xfrm>
          <a:custGeom>
            <a:avLst/>
            <a:gdLst/>
            <a:ahLst/>
            <a:cxnLst/>
            <a:rect l="l" t="t" r="r" b="b"/>
            <a:pathLst>
              <a:path w="4504" h="1302" extrusionOk="0">
                <a:moveTo>
                  <a:pt x="0" y="1"/>
                </a:moveTo>
                <a:lnTo>
                  <a:pt x="0" y="1302"/>
                </a:lnTo>
                <a:lnTo>
                  <a:pt x="4503" y="1302"/>
                </a:lnTo>
                <a:lnTo>
                  <a:pt x="45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7" name="Google Shape;2247;p27"/>
          <p:cNvSpPr/>
          <p:nvPr/>
        </p:nvSpPr>
        <p:spPr>
          <a:xfrm>
            <a:off x="199734" y="651837"/>
            <a:ext cx="137090" cy="88360"/>
          </a:xfrm>
          <a:custGeom>
            <a:avLst/>
            <a:gdLst/>
            <a:ahLst/>
            <a:cxnLst/>
            <a:rect l="l" t="t" r="r" b="b"/>
            <a:pathLst>
              <a:path w="4504" h="2903" extrusionOk="0">
                <a:moveTo>
                  <a:pt x="0" y="0"/>
                </a:moveTo>
                <a:lnTo>
                  <a:pt x="0" y="2902"/>
                </a:lnTo>
                <a:lnTo>
                  <a:pt x="4503" y="2902"/>
                </a:lnTo>
                <a:lnTo>
                  <a:pt x="4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8" name="Google Shape;2248;p27"/>
          <p:cNvSpPr/>
          <p:nvPr/>
        </p:nvSpPr>
        <p:spPr>
          <a:xfrm>
            <a:off x="131209" y="86894"/>
            <a:ext cx="274151" cy="77190"/>
          </a:xfrm>
          <a:custGeom>
            <a:avLst/>
            <a:gdLst/>
            <a:ahLst/>
            <a:cxnLst/>
            <a:rect l="l" t="t" r="r" b="b"/>
            <a:pathLst>
              <a:path w="9007" h="2536" extrusionOk="0">
                <a:moveTo>
                  <a:pt x="0" y="0"/>
                </a:moveTo>
                <a:lnTo>
                  <a:pt x="0" y="2535"/>
                </a:lnTo>
                <a:lnTo>
                  <a:pt x="9006" y="2535"/>
                </a:lnTo>
                <a:lnTo>
                  <a:pt x="900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9" name="Google Shape;2249;p27"/>
          <p:cNvSpPr/>
          <p:nvPr/>
        </p:nvSpPr>
        <p:spPr>
          <a:xfrm>
            <a:off x="8558068" y="2355179"/>
            <a:ext cx="120867" cy="33542"/>
          </a:xfrm>
          <a:custGeom>
            <a:avLst/>
            <a:gdLst/>
            <a:ahLst/>
            <a:cxnLst/>
            <a:rect l="l" t="t" r="r" b="b"/>
            <a:pathLst>
              <a:path w="3971" h="1102" extrusionOk="0">
                <a:moveTo>
                  <a:pt x="1" y="1"/>
                </a:moveTo>
                <a:lnTo>
                  <a:pt x="1" y="1102"/>
                </a:lnTo>
                <a:lnTo>
                  <a:pt x="3970" y="1102"/>
                </a:lnTo>
                <a:lnTo>
                  <a:pt x="39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0" name="Google Shape;2250;p27"/>
          <p:cNvSpPr/>
          <p:nvPr/>
        </p:nvSpPr>
        <p:spPr>
          <a:xfrm>
            <a:off x="3244839" y="307472"/>
            <a:ext cx="133012" cy="21367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1" name="Google Shape;2251;p27"/>
          <p:cNvSpPr/>
          <p:nvPr/>
        </p:nvSpPr>
        <p:spPr>
          <a:xfrm>
            <a:off x="7138195" y="4830974"/>
            <a:ext cx="133012" cy="21367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2" name="Google Shape;2252;p27"/>
          <p:cNvSpPr/>
          <p:nvPr/>
        </p:nvSpPr>
        <p:spPr>
          <a:xfrm>
            <a:off x="7646273" y="19795"/>
            <a:ext cx="247761" cy="39630"/>
          </a:xfrm>
          <a:custGeom>
            <a:avLst/>
            <a:gdLst/>
            <a:ahLst/>
            <a:cxnLst/>
            <a:rect l="l" t="t" r="r" b="b"/>
            <a:pathLst>
              <a:path w="8140" h="1302" extrusionOk="0">
                <a:moveTo>
                  <a:pt x="0" y="1"/>
                </a:moveTo>
                <a:lnTo>
                  <a:pt x="0" y="1302"/>
                </a:lnTo>
                <a:lnTo>
                  <a:pt x="8139" y="1302"/>
                </a:lnTo>
                <a:lnTo>
                  <a:pt x="81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3" name="Google Shape;2253;p27"/>
          <p:cNvSpPr/>
          <p:nvPr/>
        </p:nvSpPr>
        <p:spPr>
          <a:xfrm>
            <a:off x="8930050" y="86237"/>
            <a:ext cx="584857" cy="56888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1" y="1"/>
                </a:moveTo>
                <a:lnTo>
                  <a:pt x="1" y="1869"/>
                </a:lnTo>
                <a:lnTo>
                  <a:pt x="19215" y="1869"/>
                </a:lnTo>
                <a:lnTo>
                  <a:pt x="192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4" name="Google Shape;2254;p27"/>
          <p:cNvSpPr/>
          <p:nvPr/>
        </p:nvSpPr>
        <p:spPr>
          <a:xfrm>
            <a:off x="8941426" y="4906099"/>
            <a:ext cx="218298" cy="34547"/>
          </a:xfrm>
          <a:custGeom>
            <a:avLst/>
            <a:gdLst/>
            <a:ahLst/>
            <a:cxnLst/>
            <a:rect l="l" t="t" r="r" b="b"/>
            <a:pathLst>
              <a:path w="7172" h="1135" extrusionOk="0">
                <a:moveTo>
                  <a:pt x="0" y="0"/>
                </a:moveTo>
                <a:lnTo>
                  <a:pt x="0" y="1135"/>
                </a:lnTo>
                <a:lnTo>
                  <a:pt x="7172" y="1135"/>
                </a:lnTo>
                <a:lnTo>
                  <a:pt x="71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5" name="Google Shape;2255;p27"/>
          <p:cNvSpPr/>
          <p:nvPr/>
        </p:nvSpPr>
        <p:spPr>
          <a:xfrm>
            <a:off x="2091243" y="245532"/>
            <a:ext cx="218328" cy="34547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1" y="1"/>
                </a:moveTo>
                <a:lnTo>
                  <a:pt x="1" y="1135"/>
                </a:lnTo>
                <a:lnTo>
                  <a:pt x="7173" y="1135"/>
                </a:lnTo>
                <a:lnTo>
                  <a:pt x="717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6" name="Google Shape;2256;p27"/>
          <p:cNvSpPr/>
          <p:nvPr/>
        </p:nvSpPr>
        <p:spPr>
          <a:xfrm>
            <a:off x="8862825" y="303566"/>
            <a:ext cx="753389" cy="68058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0" y="0"/>
                </a:moveTo>
                <a:lnTo>
                  <a:pt x="0" y="2235"/>
                </a:lnTo>
                <a:lnTo>
                  <a:pt x="24751" y="2235"/>
                </a:lnTo>
                <a:lnTo>
                  <a:pt x="2475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7" name="Google Shape;2257;p27"/>
          <p:cNvSpPr/>
          <p:nvPr/>
        </p:nvSpPr>
        <p:spPr>
          <a:xfrm>
            <a:off x="118220" y="3263842"/>
            <a:ext cx="76155" cy="21337"/>
          </a:xfrm>
          <a:custGeom>
            <a:avLst/>
            <a:gdLst/>
            <a:ahLst/>
            <a:cxnLst/>
            <a:rect l="l" t="t" r="r" b="b"/>
            <a:pathLst>
              <a:path w="2502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8" name="Google Shape;2258;p27"/>
          <p:cNvSpPr/>
          <p:nvPr/>
        </p:nvSpPr>
        <p:spPr>
          <a:xfrm>
            <a:off x="372301" y="3752257"/>
            <a:ext cx="76185" cy="2133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9" name="Google Shape;2259;p27"/>
          <p:cNvSpPr/>
          <p:nvPr/>
        </p:nvSpPr>
        <p:spPr>
          <a:xfrm>
            <a:off x="120869" y="3854315"/>
            <a:ext cx="141169" cy="90399"/>
          </a:xfrm>
          <a:custGeom>
            <a:avLst/>
            <a:gdLst/>
            <a:ahLst/>
            <a:cxnLst/>
            <a:rect l="l" t="t" r="r" b="b"/>
            <a:pathLst>
              <a:path w="4638" h="2970" extrusionOk="0">
                <a:moveTo>
                  <a:pt x="1" y="1"/>
                </a:moveTo>
                <a:lnTo>
                  <a:pt x="1" y="2970"/>
                </a:lnTo>
                <a:lnTo>
                  <a:pt x="4638" y="2970"/>
                </a:lnTo>
                <a:lnTo>
                  <a:pt x="463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0" name="Google Shape;2260;p27"/>
          <p:cNvSpPr/>
          <p:nvPr/>
        </p:nvSpPr>
        <p:spPr>
          <a:xfrm>
            <a:off x="269754" y="3061717"/>
            <a:ext cx="281273" cy="7922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1" name="Google Shape;2261;p27"/>
          <p:cNvSpPr/>
          <p:nvPr/>
        </p:nvSpPr>
        <p:spPr>
          <a:xfrm>
            <a:off x="387869" y="3395431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2" name="Google Shape;2262;p27"/>
          <p:cNvSpPr/>
          <p:nvPr/>
        </p:nvSpPr>
        <p:spPr>
          <a:xfrm>
            <a:off x="-2324" y="3400902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3" name="Google Shape;2263;p27"/>
          <p:cNvSpPr/>
          <p:nvPr/>
        </p:nvSpPr>
        <p:spPr>
          <a:xfrm>
            <a:off x="1145123" y="179543"/>
            <a:ext cx="690444" cy="21367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0" y="1"/>
                </a:moveTo>
                <a:lnTo>
                  <a:pt x="0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4" name="Google Shape;2264;p27"/>
          <p:cNvSpPr/>
          <p:nvPr/>
        </p:nvSpPr>
        <p:spPr>
          <a:xfrm>
            <a:off x="1264925" y="280048"/>
            <a:ext cx="75150" cy="21367"/>
          </a:xfrm>
          <a:custGeom>
            <a:avLst/>
            <a:gdLst/>
            <a:ahLst/>
            <a:cxnLst/>
            <a:rect l="l" t="t" r="r" b="b"/>
            <a:pathLst>
              <a:path w="2469" h="702" extrusionOk="0">
                <a:moveTo>
                  <a:pt x="0" y="1"/>
                </a:moveTo>
                <a:lnTo>
                  <a:pt x="0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5" name="Google Shape;2265;p27"/>
          <p:cNvSpPr/>
          <p:nvPr/>
        </p:nvSpPr>
        <p:spPr>
          <a:xfrm>
            <a:off x="3721464" y="81050"/>
            <a:ext cx="76155" cy="21367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6" name="Google Shape;2266;p27"/>
          <p:cNvSpPr/>
          <p:nvPr/>
        </p:nvSpPr>
        <p:spPr>
          <a:xfrm>
            <a:off x="8647976" y="3758046"/>
            <a:ext cx="141139" cy="39630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1"/>
                </a:moveTo>
                <a:lnTo>
                  <a:pt x="0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7" name="Google Shape;2267;p27"/>
          <p:cNvSpPr/>
          <p:nvPr/>
        </p:nvSpPr>
        <p:spPr>
          <a:xfrm>
            <a:off x="1454795" y="190714"/>
            <a:ext cx="141139" cy="89365"/>
          </a:xfrm>
          <a:custGeom>
            <a:avLst/>
            <a:gdLst/>
            <a:ahLst/>
            <a:cxnLst/>
            <a:rect l="l" t="t" r="r" b="b"/>
            <a:pathLst>
              <a:path w="4637" h="2936" extrusionOk="0">
                <a:moveTo>
                  <a:pt x="0" y="0"/>
                </a:moveTo>
                <a:lnTo>
                  <a:pt x="0" y="2936"/>
                </a:lnTo>
                <a:lnTo>
                  <a:pt x="4637" y="2936"/>
                </a:lnTo>
                <a:lnTo>
                  <a:pt x="46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8" name="Google Shape;2268;p27"/>
          <p:cNvSpPr/>
          <p:nvPr/>
        </p:nvSpPr>
        <p:spPr>
          <a:xfrm>
            <a:off x="-80489" y="1091475"/>
            <a:ext cx="280238" cy="79198"/>
          </a:xfrm>
          <a:custGeom>
            <a:avLst/>
            <a:gdLst/>
            <a:ahLst/>
            <a:cxnLst/>
            <a:rect l="l" t="t" r="r" b="b"/>
            <a:pathLst>
              <a:path w="9207" h="2602" extrusionOk="0">
                <a:moveTo>
                  <a:pt x="0" y="0"/>
                </a:moveTo>
                <a:lnTo>
                  <a:pt x="0" y="2602"/>
                </a:lnTo>
                <a:lnTo>
                  <a:pt x="9207" y="2602"/>
                </a:lnTo>
                <a:lnTo>
                  <a:pt x="92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9" name="Google Shape;2269;p27"/>
          <p:cNvSpPr/>
          <p:nvPr/>
        </p:nvSpPr>
        <p:spPr>
          <a:xfrm>
            <a:off x="3149533" y="169396"/>
            <a:ext cx="123881" cy="35551"/>
          </a:xfrm>
          <a:custGeom>
            <a:avLst/>
            <a:gdLst/>
            <a:ahLst/>
            <a:cxnLst/>
            <a:rect l="l" t="t" r="r" b="b"/>
            <a:pathLst>
              <a:path w="4070" h="1168" extrusionOk="0">
                <a:moveTo>
                  <a:pt x="0" y="0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0" name="Google Shape;2270;p27"/>
          <p:cNvSpPr/>
          <p:nvPr/>
        </p:nvSpPr>
        <p:spPr>
          <a:xfrm>
            <a:off x="732908" y="218138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1" name="Google Shape;2271;p27"/>
          <p:cNvSpPr/>
          <p:nvPr/>
        </p:nvSpPr>
        <p:spPr>
          <a:xfrm>
            <a:off x="958900" y="5071932"/>
            <a:ext cx="1321961" cy="21337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0" y="0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2" name="Google Shape;2272;p27"/>
          <p:cNvSpPr/>
          <p:nvPr/>
        </p:nvSpPr>
        <p:spPr>
          <a:xfrm>
            <a:off x="1753871" y="4813202"/>
            <a:ext cx="333047" cy="56888"/>
          </a:xfrm>
          <a:custGeom>
            <a:avLst/>
            <a:gdLst/>
            <a:ahLst/>
            <a:cxnLst/>
            <a:rect l="l" t="t" r="r" b="b"/>
            <a:pathLst>
              <a:path w="10942" h="1869" extrusionOk="0">
                <a:moveTo>
                  <a:pt x="1" y="0"/>
                </a:moveTo>
                <a:lnTo>
                  <a:pt x="1" y="1868"/>
                </a:lnTo>
                <a:lnTo>
                  <a:pt x="10942" y="1868"/>
                </a:lnTo>
                <a:lnTo>
                  <a:pt x="10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3" name="Google Shape;2273;p27"/>
          <p:cNvSpPr/>
          <p:nvPr/>
        </p:nvSpPr>
        <p:spPr>
          <a:xfrm>
            <a:off x="1099950" y="4686350"/>
            <a:ext cx="464003" cy="39122"/>
          </a:xfrm>
          <a:custGeom>
            <a:avLst/>
            <a:gdLst/>
            <a:ahLst/>
            <a:cxnLst/>
            <a:rect l="l" t="t" r="r" b="b"/>
            <a:pathLst>
              <a:path w="4604" h="2936" extrusionOk="0">
                <a:moveTo>
                  <a:pt x="0" y="0"/>
                </a:moveTo>
                <a:lnTo>
                  <a:pt x="0" y="2935"/>
                </a:lnTo>
                <a:lnTo>
                  <a:pt x="4604" y="2935"/>
                </a:lnTo>
                <a:lnTo>
                  <a:pt x="46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4" name="Google Shape;2274;p27"/>
          <p:cNvSpPr/>
          <p:nvPr/>
        </p:nvSpPr>
        <p:spPr>
          <a:xfrm>
            <a:off x="8737327" y="4992687"/>
            <a:ext cx="281273" cy="7922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5" name="Google Shape;2275;p27"/>
          <p:cNvSpPr/>
          <p:nvPr/>
        </p:nvSpPr>
        <p:spPr>
          <a:xfrm>
            <a:off x="566581" y="4588022"/>
            <a:ext cx="124915" cy="34547"/>
          </a:xfrm>
          <a:custGeom>
            <a:avLst/>
            <a:gdLst/>
            <a:ahLst/>
            <a:cxnLst/>
            <a:rect l="l" t="t" r="r" b="b"/>
            <a:pathLst>
              <a:path w="4104" h="1135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6" name="Google Shape;2276;p27"/>
          <p:cNvSpPr/>
          <p:nvPr/>
        </p:nvSpPr>
        <p:spPr>
          <a:xfrm>
            <a:off x="588680" y="4205966"/>
            <a:ext cx="80718" cy="22950"/>
          </a:xfrm>
          <a:custGeom>
            <a:avLst/>
            <a:gdLst/>
            <a:ahLst/>
            <a:cxnLst/>
            <a:rect l="l" t="t" r="r" b="b"/>
            <a:pathLst>
              <a:path w="2469" h="702" extrusionOk="0">
                <a:moveTo>
                  <a:pt x="0" y="1"/>
                </a:moveTo>
                <a:lnTo>
                  <a:pt x="0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7" name="Google Shape;2277;p27"/>
          <p:cNvSpPr/>
          <p:nvPr/>
        </p:nvSpPr>
        <p:spPr>
          <a:xfrm>
            <a:off x="432387" y="5096643"/>
            <a:ext cx="151628" cy="42566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8" name="Google Shape;2278;p27"/>
          <p:cNvSpPr/>
          <p:nvPr/>
        </p:nvSpPr>
        <p:spPr>
          <a:xfrm>
            <a:off x="4516550" y="5091763"/>
            <a:ext cx="225200" cy="35875"/>
          </a:xfrm>
          <a:custGeom>
            <a:avLst/>
            <a:gdLst/>
            <a:ahLst/>
            <a:cxnLst/>
            <a:rect l="l" t="t" r="r" b="b"/>
            <a:pathLst>
              <a:path w="9008" h="1435" extrusionOk="0">
                <a:moveTo>
                  <a:pt x="1" y="0"/>
                </a:moveTo>
                <a:lnTo>
                  <a:pt x="1" y="1435"/>
                </a:lnTo>
                <a:lnTo>
                  <a:pt x="9007" y="1435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9" name="Google Shape;2279;p27"/>
          <p:cNvSpPr/>
          <p:nvPr/>
        </p:nvSpPr>
        <p:spPr>
          <a:xfrm>
            <a:off x="7732475" y="5093425"/>
            <a:ext cx="110100" cy="32549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0" name="Google Shape;2280;p27"/>
          <p:cNvSpPr/>
          <p:nvPr/>
        </p:nvSpPr>
        <p:spPr>
          <a:xfrm>
            <a:off x="7336950" y="5125975"/>
            <a:ext cx="109250" cy="17525"/>
          </a:xfrm>
          <a:custGeom>
            <a:avLst/>
            <a:gdLst/>
            <a:ahLst/>
            <a:cxnLst/>
            <a:rect l="l" t="t" r="r" b="b"/>
            <a:pathLst>
              <a:path w="4370" h="701" extrusionOk="0">
                <a:moveTo>
                  <a:pt x="0" y="0"/>
                </a:moveTo>
                <a:lnTo>
                  <a:pt x="0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1" name="Google Shape;2281;p27"/>
          <p:cNvSpPr/>
          <p:nvPr/>
        </p:nvSpPr>
        <p:spPr>
          <a:xfrm>
            <a:off x="5638525" y="4942275"/>
            <a:ext cx="390151" cy="35099"/>
          </a:xfrm>
          <a:custGeom>
            <a:avLst/>
            <a:gdLst/>
            <a:ahLst/>
            <a:cxnLst/>
            <a:rect l="l" t="t" r="r" b="b"/>
            <a:pathLst>
              <a:path w="3204" h="835" extrusionOk="0">
                <a:moveTo>
                  <a:pt x="1" y="0"/>
                </a:moveTo>
                <a:lnTo>
                  <a:pt x="1" y="834"/>
                </a:lnTo>
                <a:lnTo>
                  <a:pt x="3203" y="834"/>
                </a:lnTo>
                <a:lnTo>
                  <a:pt x="32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2" name="Google Shape;2282;p27"/>
          <p:cNvSpPr/>
          <p:nvPr/>
        </p:nvSpPr>
        <p:spPr>
          <a:xfrm>
            <a:off x="-1831550" y="2268568"/>
            <a:ext cx="2138441" cy="32550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3" name="Google Shape;2283;p27"/>
          <p:cNvSpPr/>
          <p:nvPr/>
        </p:nvSpPr>
        <p:spPr>
          <a:xfrm>
            <a:off x="8610077" y="4465237"/>
            <a:ext cx="266117" cy="42566"/>
          </a:xfrm>
          <a:custGeom>
            <a:avLst/>
            <a:gdLst/>
            <a:ahLst/>
            <a:cxnLst/>
            <a:rect l="l" t="t" r="r" b="b"/>
            <a:pathLst>
              <a:path w="8140" h="1302" extrusionOk="0">
                <a:moveTo>
                  <a:pt x="1" y="1"/>
                </a:moveTo>
                <a:lnTo>
                  <a:pt x="1" y="1301"/>
                </a:lnTo>
                <a:lnTo>
                  <a:pt x="8140" y="1301"/>
                </a:lnTo>
                <a:lnTo>
                  <a:pt x="8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4" name="Google Shape;2284;p27"/>
          <p:cNvSpPr/>
          <p:nvPr/>
        </p:nvSpPr>
        <p:spPr>
          <a:xfrm>
            <a:off x="8767263" y="4323350"/>
            <a:ext cx="629265" cy="19653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5" name="Google Shape;2285;p27"/>
          <p:cNvSpPr/>
          <p:nvPr/>
        </p:nvSpPr>
        <p:spPr>
          <a:xfrm>
            <a:off x="8447465" y="4496288"/>
            <a:ext cx="234503" cy="38218"/>
          </a:xfrm>
          <a:custGeom>
            <a:avLst/>
            <a:gdLst/>
            <a:ahLst/>
            <a:cxnLst/>
            <a:rect l="l" t="t" r="r" b="b"/>
            <a:pathLst>
              <a:path w="7173" h="1169" extrusionOk="0">
                <a:moveTo>
                  <a:pt x="1" y="1"/>
                </a:moveTo>
                <a:lnTo>
                  <a:pt x="1" y="1168"/>
                </a:lnTo>
                <a:lnTo>
                  <a:pt x="7172" y="1168"/>
                </a:lnTo>
                <a:lnTo>
                  <a:pt x="71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6" name="Google Shape;2286;p27"/>
          <p:cNvSpPr/>
          <p:nvPr/>
        </p:nvSpPr>
        <p:spPr>
          <a:xfrm>
            <a:off x="8433100" y="4632574"/>
            <a:ext cx="863721" cy="32126"/>
          </a:xfrm>
          <a:custGeom>
            <a:avLst/>
            <a:gdLst/>
            <a:ahLst/>
            <a:cxnLst/>
            <a:rect l="l" t="t" r="r" b="b"/>
            <a:pathLst>
              <a:path w="24752" h="2270" extrusionOk="0">
                <a:moveTo>
                  <a:pt x="1" y="1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p27"/>
          <p:cNvSpPr/>
          <p:nvPr/>
        </p:nvSpPr>
        <p:spPr>
          <a:xfrm>
            <a:off x="99775" y="4848013"/>
            <a:ext cx="1285696" cy="22924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1" y="0"/>
                </a:moveTo>
                <a:lnTo>
                  <a:pt x="1" y="701"/>
                </a:lnTo>
                <a:lnTo>
                  <a:pt x="43432" y="701"/>
                </a:lnTo>
                <a:lnTo>
                  <a:pt x="4343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8" name="Google Shape;2288;p27"/>
          <p:cNvSpPr/>
          <p:nvPr/>
        </p:nvSpPr>
        <p:spPr>
          <a:xfrm>
            <a:off x="230641" y="4957046"/>
            <a:ext cx="81829" cy="229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9" name="Google Shape;2289;p27"/>
          <p:cNvSpPr/>
          <p:nvPr/>
        </p:nvSpPr>
        <p:spPr>
          <a:xfrm>
            <a:off x="-125969" y="4742224"/>
            <a:ext cx="80750" cy="2295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0" name="Google Shape;2290;p27"/>
          <p:cNvSpPr/>
          <p:nvPr/>
        </p:nvSpPr>
        <p:spPr>
          <a:xfrm>
            <a:off x="402725" y="394288"/>
            <a:ext cx="151639" cy="71724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1" name="Google Shape;2291;p27"/>
          <p:cNvSpPr/>
          <p:nvPr/>
        </p:nvSpPr>
        <p:spPr>
          <a:xfrm>
            <a:off x="-158743" y="4905524"/>
            <a:ext cx="302111" cy="8509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1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27"/>
          <p:cNvSpPr/>
          <p:nvPr/>
        </p:nvSpPr>
        <p:spPr>
          <a:xfrm>
            <a:off x="179379" y="5071568"/>
            <a:ext cx="133091" cy="38185"/>
          </a:xfrm>
          <a:custGeom>
            <a:avLst/>
            <a:gdLst/>
            <a:ahLst/>
            <a:cxnLst/>
            <a:rect l="l" t="t" r="r" b="b"/>
            <a:pathLst>
              <a:path w="4071" h="1168" extrusionOk="0">
                <a:moveTo>
                  <a:pt x="1" y="0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27"/>
          <p:cNvSpPr/>
          <p:nvPr/>
        </p:nvSpPr>
        <p:spPr>
          <a:xfrm>
            <a:off x="-478088" y="4049825"/>
            <a:ext cx="784980" cy="22950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4" y="701"/>
                </a:lnTo>
                <a:lnTo>
                  <a:pt x="226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27"/>
          <p:cNvSpPr/>
          <p:nvPr/>
        </p:nvSpPr>
        <p:spPr>
          <a:xfrm>
            <a:off x="301445" y="4523618"/>
            <a:ext cx="81829" cy="2291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5" name="Google Shape;2295;p27"/>
          <p:cNvSpPr/>
          <p:nvPr/>
        </p:nvSpPr>
        <p:spPr>
          <a:xfrm>
            <a:off x="104869" y="4182124"/>
            <a:ext cx="81829" cy="2291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6" name="Google Shape;2296;p27"/>
          <p:cNvSpPr/>
          <p:nvPr/>
        </p:nvSpPr>
        <p:spPr>
          <a:xfrm>
            <a:off x="972903" y="5012406"/>
            <a:ext cx="150549" cy="42566"/>
          </a:xfrm>
          <a:custGeom>
            <a:avLst/>
            <a:gdLst/>
            <a:ahLst/>
            <a:cxnLst/>
            <a:rect l="l" t="t" r="r" b="b"/>
            <a:pathLst>
              <a:path w="4605" h="1302" extrusionOk="0">
                <a:moveTo>
                  <a:pt x="1" y="0"/>
                </a:moveTo>
                <a:lnTo>
                  <a:pt x="1" y="1301"/>
                </a:lnTo>
                <a:lnTo>
                  <a:pt x="4604" y="1301"/>
                </a:lnTo>
                <a:lnTo>
                  <a:pt x="46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7" name="Google Shape;2297;p27"/>
          <p:cNvSpPr/>
          <p:nvPr/>
        </p:nvSpPr>
        <p:spPr>
          <a:xfrm>
            <a:off x="155938" y="2209516"/>
            <a:ext cx="150549" cy="60024"/>
          </a:xfrm>
          <a:custGeom>
            <a:avLst/>
            <a:gdLst/>
            <a:ahLst/>
            <a:cxnLst/>
            <a:rect l="l" t="t" r="r" b="b"/>
            <a:pathLst>
              <a:path w="4605" h="2970" extrusionOk="0">
                <a:moveTo>
                  <a:pt x="1" y="1"/>
                </a:moveTo>
                <a:lnTo>
                  <a:pt x="1" y="2969"/>
                </a:lnTo>
                <a:lnTo>
                  <a:pt x="4604" y="2969"/>
                </a:lnTo>
                <a:lnTo>
                  <a:pt x="46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8" name="Google Shape;2298;p27"/>
          <p:cNvSpPr/>
          <p:nvPr/>
        </p:nvSpPr>
        <p:spPr>
          <a:xfrm>
            <a:off x="1990275" y="4947273"/>
            <a:ext cx="302111" cy="48027"/>
          </a:xfrm>
          <a:custGeom>
            <a:avLst/>
            <a:gdLst/>
            <a:ahLst/>
            <a:cxnLst/>
            <a:rect l="l" t="t" r="r" b="b"/>
            <a:pathLst>
              <a:path w="9241" h="2570" extrusionOk="0">
                <a:moveTo>
                  <a:pt x="1" y="1"/>
                </a:moveTo>
                <a:lnTo>
                  <a:pt x="1" y="2569"/>
                </a:lnTo>
                <a:lnTo>
                  <a:pt x="9240" y="2569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9" name="Google Shape;2299;p27"/>
          <p:cNvSpPr/>
          <p:nvPr/>
        </p:nvSpPr>
        <p:spPr>
          <a:xfrm>
            <a:off x="-8" y="4496836"/>
            <a:ext cx="134170" cy="37139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0" name="Google Shape;2300;p27"/>
          <p:cNvSpPr/>
          <p:nvPr/>
        </p:nvSpPr>
        <p:spPr>
          <a:xfrm>
            <a:off x="1391222" y="4942574"/>
            <a:ext cx="406152" cy="27300"/>
          </a:xfrm>
          <a:custGeom>
            <a:avLst/>
            <a:gdLst/>
            <a:ahLst/>
            <a:cxnLst/>
            <a:rect l="l" t="t" r="r" b="b"/>
            <a:pathLst>
              <a:path w="4104" h="1135" extrusionOk="0">
                <a:moveTo>
                  <a:pt x="1" y="0"/>
                </a:moveTo>
                <a:lnTo>
                  <a:pt x="1" y="1134"/>
                </a:lnTo>
                <a:lnTo>
                  <a:pt x="4103" y="1134"/>
                </a:lnTo>
                <a:lnTo>
                  <a:pt x="410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1" name="Google Shape;2301;p27"/>
          <p:cNvSpPr/>
          <p:nvPr/>
        </p:nvSpPr>
        <p:spPr>
          <a:xfrm rot="10800000">
            <a:off x="3885569" y="91016"/>
            <a:ext cx="144010" cy="22917"/>
          </a:xfrm>
          <a:custGeom>
            <a:avLst/>
            <a:gdLst/>
            <a:ahLst/>
            <a:cxnLst/>
            <a:rect l="l" t="t" r="r" b="b"/>
            <a:pathLst>
              <a:path w="4405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2" name="Google Shape;2302;p27"/>
          <p:cNvSpPr/>
          <p:nvPr/>
        </p:nvSpPr>
        <p:spPr>
          <a:xfrm rot="10800000">
            <a:off x="5100285" y="83475"/>
            <a:ext cx="629265" cy="37973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1"/>
                </a:moveTo>
                <a:lnTo>
                  <a:pt x="0" y="1869"/>
                </a:lnTo>
                <a:lnTo>
                  <a:pt x="19247" y="1869"/>
                </a:lnTo>
                <a:lnTo>
                  <a:pt x="192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3" name="Google Shape;2303;p27"/>
          <p:cNvSpPr/>
          <p:nvPr/>
        </p:nvSpPr>
        <p:spPr>
          <a:xfrm rot="10800000">
            <a:off x="4172243" y="53805"/>
            <a:ext cx="235582" cy="37106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1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4" name="Google Shape;2304;p27"/>
          <p:cNvSpPr/>
          <p:nvPr/>
        </p:nvSpPr>
        <p:spPr>
          <a:xfrm>
            <a:off x="8677300" y="1535950"/>
            <a:ext cx="809205" cy="28101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1" y="0"/>
                </a:moveTo>
                <a:lnTo>
                  <a:pt x="1" y="2235"/>
                </a:lnTo>
                <a:lnTo>
                  <a:pt x="24752" y="2235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5" name="Google Shape;2305;p27"/>
          <p:cNvSpPr/>
          <p:nvPr/>
        </p:nvSpPr>
        <p:spPr>
          <a:xfrm rot="10800000">
            <a:off x="559601" y="73149"/>
            <a:ext cx="512498" cy="52076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1" y="0"/>
                </a:moveTo>
                <a:lnTo>
                  <a:pt x="1" y="701"/>
                </a:lnTo>
                <a:lnTo>
                  <a:pt x="43432" y="701"/>
                </a:lnTo>
                <a:lnTo>
                  <a:pt x="4343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6" name="Google Shape;2306;p27"/>
          <p:cNvSpPr/>
          <p:nvPr/>
        </p:nvSpPr>
        <p:spPr>
          <a:xfrm>
            <a:off x="8599863" y="711209"/>
            <a:ext cx="81829" cy="229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7" name="Google Shape;2307;p27"/>
          <p:cNvSpPr/>
          <p:nvPr/>
        </p:nvSpPr>
        <p:spPr>
          <a:xfrm>
            <a:off x="7316439" y="175704"/>
            <a:ext cx="81829" cy="229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8" name="Google Shape;2308;p27"/>
          <p:cNvSpPr/>
          <p:nvPr/>
        </p:nvSpPr>
        <p:spPr>
          <a:xfrm rot="10800000">
            <a:off x="1756474" y="76691"/>
            <a:ext cx="357721" cy="61102"/>
          </a:xfrm>
          <a:custGeom>
            <a:avLst/>
            <a:gdLst/>
            <a:ahLst/>
            <a:cxnLst/>
            <a:rect l="l" t="t" r="r" b="b"/>
            <a:pathLst>
              <a:path w="10942" h="1869" extrusionOk="0">
                <a:moveTo>
                  <a:pt x="0" y="0"/>
                </a:moveTo>
                <a:lnTo>
                  <a:pt x="0" y="1868"/>
                </a:lnTo>
                <a:lnTo>
                  <a:pt x="10942" y="1868"/>
                </a:lnTo>
                <a:lnTo>
                  <a:pt x="109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9" name="Google Shape;2309;p27"/>
          <p:cNvSpPr/>
          <p:nvPr/>
        </p:nvSpPr>
        <p:spPr>
          <a:xfrm>
            <a:off x="8271999" y="166655"/>
            <a:ext cx="489057" cy="43125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0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0" name="Google Shape;2310;p27"/>
          <p:cNvSpPr/>
          <p:nvPr/>
        </p:nvSpPr>
        <p:spPr>
          <a:xfrm>
            <a:off x="8667330" y="1455970"/>
            <a:ext cx="151595" cy="96018"/>
          </a:xfrm>
          <a:custGeom>
            <a:avLst/>
            <a:gdLst/>
            <a:ahLst/>
            <a:cxnLst/>
            <a:rect l="l" t="t" r="r" b="b"/>
            <a:pathLst>
              <a:path w="4637" h="2937" extrusionOk="0">
                <a:moveTo>
                  <a:pt x="0" y="1"/>
                </a:moveTo>
                <a:lnTo>
                  <a:pt x="0" y="2936"/>
                </a:lnTo>
                <a:lnTo>
                  <a:pt x="4637" y="2936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1" name="Google Shape;2311;p27"/>
          <p:cNvSpPr/>
          <p:nvPr/>
        </p:nvSpPr>
        <p:spPr>
          <a:xfrm>
            <a:off x="6886057" y="-1837"/>
            <a:ext cx="144020" cy="85099"/>
          </a:xfrm>
          <a:custGeom>
            <a:avLst/>
            <a:gdLst/>
            <a:ahLst/>
            <a:cxnLst/>
            <a:rect l="l" t="t" r="r" b="b"/>
            <a:pathLst>
              <a:path w="9207" h="2603" extrusionOk="0">
                <a:moveTo>
                  <a:pt x="0" y="1"/>
                </a:moveTo>
                <a:lnTo>
                  <a:pt x="0" y="2603"/>
                </a:lnTo>
                <a:lnTo>
                  <a:pt x="9207" y="2603"/>
                </a:lnTo>
                <a:lnTo>
                  <a:pt x="920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2" name="Google Shape;2312;p27"/>
          <p:cNvSpPr/>
          <p:nvPr/>
        </p:nvSpPr>
        <p:spPr>
          <a:xfrm>
            <a:off x="8568224" y="1879671"/>
            <a:ext cx="133058" cy="38218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p27"/>
          <p:cNvSpPr/>
          <p:nvPr/>
        </p:nvSpPr>
        <p:spPr>
          <a:xfrm rot="10800000">
            <a:off x="3586655" y="207374"/>
            <a:ext cx="1948672" cy="20701"/>
          </a:xfrm>
          <a:custGeom>
            <a:avLst/>
            <a:gdLst/>
            <a:ahLst/>
            <a:cxnLst/>
            <a:rect l="l" t="t" r="r" b="b"/>
            <a:pathLst>
              <a:path w="76456" h="701" extrusionOk="0">
                <a:moveTo>
                  <a:pt x="1" y="0"/>
                </a:moveTo>
                <a:lnTo>
                  <a:pt x="1" y="701"/>
                </a:lnTo>
                <a:lnTo>
                  <a:pt x="76456" y="701"/>
                </a:lnTo>
                <a:lnTo>
                  <a:pt x="764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4" name="Google Shape;2314;p27"/>
          <p:cNvSpPr/>
          <p:nvPr/>
        </p:nvSpPr>
        <p:spPr>
          <a:xfrm rot="10800000">
            <a:off x="3013033" y="306780"/>
            <a:ext cx="142866" cy="22950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p27"/>
          <p:cNvSpPr/>
          <p:nvPr/>
        </p:nvSpPr>
        <p:spPr>
          <a:xfrm rot="10800000">
            <a:off x="2405042" y="154791"/>
            <a:ext cx="144010" cy="22950"/>
          </a:xfrm>
          <a:custGeom>
            <a:avLst/>
            <a:gdLst/>
            <a:ahLst/>
            <a:cxnLst/>
            <a:rect l="l" t="t" r="r" b="b"/>
            <a:pathLst>
              <a:path w="4405" h="702" extrusionOk="0">
                <a:moveTo>
                  <a:pt x="1" y="1"/>
                </a:moveTo>
                <a:lnTo>
                  <a:pt x="1" y="701"/>
                </a:lnTo>
                <a:lnTo>
                  <a:pt x="4404" y="701"/>
                </a:lnTo>
                <a:lnTo>
                  <a:pt x="44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6" name="Google Shape;2316;p27"/>
          <p:cNvSpPr/>
          <p:nvPr/>
        </p:nvSpPr>
        <p:spPr>
          <a:xfrm>
            <a:off x="-351162" y="2863401"/>
            <a:ext cx="531122" cy="74225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2"/>
                </a:lnTo>
                <a:lnTo>
                  <a:pt x="16245" y="2602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7" name="Google Shape;2317;p27"/>
          <p:cNvSpPr/>
          <p:nvPr/>
        </p:nvSpPr>
        <p:spPr>
          <a:xfrm>
            <a:off x="-158675" y="386665"/>
            <a:ext cx="809205" cy="42549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1" y="0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8" name="Google Shape;2318;p27"/>
          <p:cNvSpPr/>
          <p:nvPr/>
        </p:nvSpPr>
        <p:spPr>
          <a:xfrm rot="10800000">
            <a:off x="1941046" y="76690"/>
            <a:ext cx="1419901" cy="22950"/>
          </a:xfrm>
          <a:custGeom>
            <a:avLst/>
            <a:gdLst/>
            <a:ahLst/>
            <a:cxnLst/>
            <a:rect l="l" t="t" r="r" b="b"/>
            <a:pathLst>
              <a:path w="43432" h="702" extrusionOk="0">
                <a:moveTo>
                  <a:pt x="1" y="1"/>
                </a:moveTo>
                <a:lnTo>
                  <a:pt x="1" y="701"/>
                </a:lnTo>
                <a:lnTo>
                  <a:pt x="43432" y="701"/>
                </a:lnTo>
                <a:lnTo>
                  <a:pt x="434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9" name="Google Shape;2319;p27"/>
          <p:cNvSpPr/>
          <p:nvPr/>
        </p:nvSpPr>
        <p:spPr>
          <a:xfrm rot="10800000">
            <a:off x="3442677" y="50504"/>
            <a:ext cx="144010" cy="22950"/>
          </a:xfrm>
          <a:custGeom>
            <a:avLst/>
            <a:gdLst/>
            <a:ahLst/>
            <a:cxnLst/>
            <a:rect l="l" t="t" r="r" b="b"/>
            <a:pathLst>
              <a:path w="4405" h="702" extrusionOk="0">
                <a:moveTo>
                  <a:pt x="1" y="1"/>
                </a:moveTo>
                <a:lnTo>
                  <a:pt x="1" y="701"/>
                </a:lnTo>
                <a:lnTo>
                  <a:pt x="4404" y="701"/>
                </a:lnTo>
                <a:lnTo>
                  <a:pt x="44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0" name="Google Shape;2320;p27"/>
          <p:cNvSpPr/>
          <p:nvPr/>
        </p:nvSpPr>
        <p:spPr>
          <a:xfrm>
            <a:off x="4336550" y="4828899"/>
            <a:ext cx="2073999" cy="33550"/>
          </a:xfrm>
          <a:custGeom>
            <a:avLst/>
            <a:gdLst/>
            <a:ahLst/>
            <a:cxnLst/>
            <a:rect l="l" t="t" r="r" b="b"/>
            <a:pathLst>
              <a:path w="76489" h="701" extrusionOk="0">
                <a:moveTo>
                  <a:pt x="0" y="0"/>
                </a:moveTo>
                <a:lnTo>
                  <a:pt x="0" y="701"/>
                </a:lnTo>
                <a:lnTo>
                  <a:pt x="76488" y="701"/>
                </a:lnTo>
                <a:lnTo>
                  <a:pt x="7648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1" name="Google Shape;2321;p27"/>
          <p:cNvSpPr/>
          <p:nvPr/>
        </p:nvSpPr>
        <p:spPr>
          <a:xfrm>
            <a:off x="7285920" y="4980922"/>
            <a:ext cx="142866" cy="22917"/>
          </a:xfrm>
          <a:custGeom>
            <a:avLst/>
            <a:gdLst/>
            <a:ahLst/>
            <a:cxnLst/>
            <a:rect l="l" t="t" r="r" b="b"/>
            <a:pathLst>
              <a:path w="4370" h="701" extrusionOk="0">
                <a:moveTo>
                  <a:pt x="0" y="0"/>
                </a:moveTo>
                <a:lnTo>
                  <a:pt x="0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2" name="Google Shape;2322;p27"/>
          <p:cNvSpPr/>
          <p:nvPr/>
        </p:nvSpPr>
        <p:spPr>
          <a:xfrm>
            <a:off x="7790018" y="4816387"/>
            <a:ext cx="266117" cy="42566"/>
          </a:xfrm>
          <a:custGeom>
            <a:avLst/>
            <a:gdLst/>
            <a:ahLst/>
            <a:cxnLst/>
            <a:rect l="l" t="t" r="r" b="b"/>
            <a:pathLst>
              <a:path w="8140" h="1302" extrusionOk="0">
                <a:moveTo>
                  <a:pt x="0" y="1"/>
                </a:moveTo>
                <a:lnTo>
                  <a:pt x="0" y="1301"/>
                </a:lnTo>
                <a:lnTo>
                  <a:pt x="8139" y="1301"/>
                </a:lnTo>
                <a:lnTo>
                  <a:pt x="813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3" name="Google Shape;2323;p27"/>
          <p:cNvSpPr/>
          <p:nvPr/>
        </p:nvSpPr>
        <p:spPr>
          <a:xfrm>
            <a:off x="8272000" y="4797850"/>
            <a:ext cx="628186" cy="28100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1" y="0"/>
                </a:moveTo>
                <a:lnTo>
                  <a:pt x="1" y="1868"/>
                </a:lnTo>
                <a:lnTo>
                  <a:pt x="19215" y="1868"/>
                </a:lnTo>
                <a:lnTo>
                  <a:pt x="192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4" name="Google Shape;2324;p27"/>
          <p:cNvSpPr/>
          <p:nvPr/>
        </p:nvSpPr>
        <p:spPr>
          <a:xfrm>
            <a:off x="6698394" y="4736262"/>
            <a:ext cx="234471" cy="37106"/>
          </a:xfrm>
          <a:custGeom>
            <a:avLst/>
            <a:gdLst/>
            <a:ahLst/>
            <a:cxnLst/>
            <a:rect l="l" t="t" r="r" b="b"/>
            <a:pathLst>
              <a:path w="7172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5" name="Google Shape;2325;p27"/>
          <p:cNvSpPr/>
          <p:nvPr/>
        </p:nvSpPr>
        <p:spPr>
          <a:xfrm>
            <a:off x="6599986" y="5059040"/>
            <a:ext cx="104714" cy="27298"/>
          </a:xfrm>
          <a:custGeom>
            <a:avLst/>
            <a:gdLst/>
            <a:ahLst/>
            <a:cxnLst/>
            <a:rect l="l" t="t" r="r" b="b"/>
            <a:pathLst>
              <a:path w="3203" h="835" extrusionOk="0">
                <a:moveTo>
                  <a:pt x="1" y="1"/>
                </a:moveTo>
                <a:lnTo>
                  <a:pt x="1" y="834"/>
                </a:lnTo>
                <a:lnTo>
                  <a:pt x="3203" y="834"/>
                </a:lnTo>
                <a:lnTo>
                  <a:pt x="32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6" name="Google Shape;2326;p27"/>
          <p:cNvSpPr/>
          <p:nvPr/>
        </p:nvSpPr>
        <p:spPr>
          <a:xfrm>
            <a:off x="5124775" y="304875"/>
            <a:ext cx="80100" cy="20875"/>
          </a:xfrm>
          <a:custGeom>
            <a:avLst/>
            <a:gdLst/>
            <a:ahLst/>
            <a:cxnLst/>
            <a:rect l="l" t="t" r="r" b="b"/>
            <a:pathLst>
              <a:path w="3204" h="835" extrusionOk="0">
                <a:moveTo>
                  <a:pt x="1" y="1"/>
                </a:moveTo>
                <a:lnTo>
                  <a:pt x="1" y="834"/>
                </a:lnTo>
                <a:lnTo>
                  <a:pt x="3203" y="834"/>
                </a:lnTo>
                <a:lnTo>
                  <a:pt x="32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7" name="Google Shape;2327;p27"/>
          <p:cNvSpPr/>
          <p:nvPr/>
        </p:nvSpPr>
        <p:spPr>
          <a:xfrm>
            <a:off x="9079225" y="4747375"/>
            <a:ext cx="225200" cy="36700"/>
          </a:xfrm>
          <a:custGeom>
            <a:avLst/>
            <a:gdLst/>
            <a:ahLst/>
            <a:cxnLst/>
            <a:rect l="l" t="t" r="r" b="b"/>
            <a:pathLst>
              <a:path w="9008" h="1468" extrusionOk="0">
                <a:moveTo>
                  <a:pt x="1" y="0"/>
                </a:moveTo>
                <a:lnTo>
                  <a:pt x="1" y="1468"/>
                </a:lnTo>
                <a:lnTo>
                  <a:pt x="9007" y="1468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8" name="Google Shape;2328;p27"/>
          <p:cNvSpPr/>
          <p:nvPr/>
        </p:nvSpPr>
        <p:spPr>
          <a:xfrm>
            <a:off x="6334425" y="4718863"/>
            <a:ext cx="62575" cy="17525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9" name="Google Shape;2329;p27"/>
          <p:cNvSpPr/>
          <p:nvPr/>
        </p:nvSpPr>
        <p:spPr>
          <a:xfrm>
            <a:off x="3385475" y="4718400"/>
            <a:ext cx="225200" cy="35875"/>
          </a:xfrm>
          <a:custGeom>
            <a:avLst/>
            <a:gdLst/>
            <a:ahLst/>
            <a:cxnLst/>
            <a:rect l="l" t="t" r="r" b="b"/>
            <a:pathLst>
              <a:path w="9008" h="1435" extrusionOk="0">
                <a:moveTo>
                  <a:pt x="1" y="0"/>
                </a:moveTo>
                <a:lnTo>
                  <a:pt x="1" y="1435"/>
                </a:lnTo>
                <a:lnTo>
                  <a:pt x="9007" y="1435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0" name="Google Shape;2330;p27"/>
          <p:cNvSpPr/>
          <p:nvPr/>
        </p:nvSpPr>
        <p:spPr>
          <a:xfrm>
            <a:off x="8929100" y="2021250"/>
            <a:ext cx="204350" cy="32550"/>
          </a:xfrm>
          <a:custGeom>
            <a:avLst/>
            <a:gdLst/>
            <a:ahLst/>
            <a:cxnLst/>
            <a:rect l="l" t="t" r="r" b="b"/>
            <a:pathLst>
              <a:path w="8174" h="1302" extrusionOk="0">
                <a:moveTo>
                  <a:pt x="1" y="1"/>
                </a:moveTo>
                <a:lnTo>
                  <a:pt x="1" y="1302"/>
                </a:lnTo>
                <a:lnTo>
                  <a:pt x="8173" y="1302"/>
                </a:lnTo>
                <a:lnTo>
                  <a:pt x="817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1" name="Google Shape;2331;p27"/>
          <p:cNvSpPr/>
          <p:nvPr/>
        </p:nvSpPr>
        <p:spPr>
          <a:xfrm>
            <a:off x="8847475" y="2921650"/>
            <a:ext cx="406150" cy="65075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3"/>
                </a:lnTo>
                <a:lnTo>
                  <a:pt x="16245" y="2603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2" name="Google Shape;2332;p27"/>
          <p:cNvSpPr/>
          <p:nvPr/>
        </p:nvSpPr>
        <p:spPr>
          <a:xfrm>
            <a:off x="9234350" y="3520650"/>
            <a:ext cx="62550" cy="17550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3" name="Google Shape;2333;p27"/>
          <p:cNvSpPr/>
          <p:nvPr/>
        </p:nvSpPr>
        <p:spPr>
          <a:xfrm>
            <a:off x="8570525" y="3611550"/>
            <a:ext cx="128450" cy="35900"/>
          </a:xfrm>
          <a:custGeom>
            <a:avLst/>
            <a:gdLst/>
            <a:ahLst/>
            <a:cxnLst/>
            <a:rect l="l" t="t" r="r" b="b"/>
            <a:pathLst>
              <a:path w="5138" h="1436" extrusionOk="0">
                <a:moveTo>
                  <a:pt x="1" y="1"/>
                </a:moveTo>
                <a:lnTo>
                  <a:pt x="1" y="1435"/>
                </a:lnTo>
                <a:lnTo>
                  <a:pt x="5138" y="1435"/>
                </a:lnTo>
                <a:lnTo>
                  <a:pt x="5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4" name="Google Shape;2334;p27"/>
          <p:cNvSpPr/>
          <p:nvPr/>
        </p:nvSpPr>
        <p:spPr>
          <a:xfrm>
            <a:off x="8949975" y="3769175"/>
            <a:ext cx="62575" cy="17525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27"/>
          <p:cNvSpPr/>
          <p:nvPr/>
        </p:nvSpPr>
        <p:spPr>
          <a:xfrm>
            <a:off x="8505600" y="3496775"/>
            <a:ext cx="109250" cy="17550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6" name="Google Shape;2336;p27"/>
          <p:cNvSpPr/>
          <p:nvPr/>
        </p:nvSpPr>
        <p:spPr>
          <a:xfrm>
            <a:off x="6917675" y="4962525"/>
            <a:ext cx="110125" cy="17525"/>
          </a:xfrm>
          <a:custGeom>
            <a:avLst/>
            <a:gdLst/>
            <a:ahLst/>
            <a:cxnLst/>
            <a:rect l="l" t="t" r="r" b="b"/>
            <a:pathLst>
              <a:path w="4405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7" name="Google Shape;2337;p27"/>
          <p:cNvSpPr/>
          <p:nvPr/>
        </p:nvSpPr>
        <p:spPr>
          <a:xfrm>
            <a:off x="8452125" y="5015900"/>
            <a:ext cx="225175" cy="36725"/>
          </a:xfrm>
          <a:custGeom>
            <a:avLst/>
            <a:gdLst/>
            <a:ahLst/>
            <a:cxnLst/>
            <a:rect l="l" t="t" r="r" b="b"/>
            <a:pathLst>
              <a:path w="9007" h="1469" extrusionOk="0">
                <a:moveTo>
                  <a:pt x="0" y="0"/>
                </a:moveTo>
                <a:lnTo>
                  <a:pt x="0" y="1468"/>
                </a:lnTo>
                <a:lnTo>
                  <a:pt x="9007" y="1468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1_1_1_1_1">
    <p:spTree>
      <p:nvGrpSpPr>
        <p:cNvPr id="1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28"/>
          <p:cNvSpPr/>
          <p:nvPr/>
        </p:nvSpPr>
        <p:spPr>
          <a:xfrm rot="10800000" flipH="1">
            <a:off x="-821900" y="4085175"/>
            <a:ext cx="1237974" cy="30976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0" name="Google Shape;2340;p28"/>
          <p:cNvSpPr/>
          <p:nvPr/>
        </p:nvSpPr>
        <p:spPr>
          <a:xfrm>
            <a:off x="317350" y="1514577"/>
            <a:ext cx="131305" cy="43126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1" name="Google Shape;2341;p28"/>
          <p:cNvSpPr/>
          <p:nvPr/>
        </p:nvSpPr>
        <p:spPr>
          <a:xfrm>
            <a:off x="249239" y="3867670"/>
            <a:ext cx="244576" cy="39085"/>
          </a:xfrm>
          <a:custGeom>
            <a:avLst/>
            <a:gdLst/>
            <a:ahLst/>
            <a:cxnLst/>
            <a:rect l="l" t="t" r="r" b="b"/>
            <a:pathLst>
              <a:path w="8141" h="1301" extrusionOk="0">
                <a:moveTo>
                  <a:pt x="1" y="0"/>
                </a:moveTo>
                <a:lnTo>
                  <a:pt x="1" y="1301"/>
                </a:lnTo>
                <a:lnTo>
                  <a:pt x="8140" y="1301"/>
                </a:lnTo>
                <a:lnTo>
                  <a:pt x="81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2" name="Google Shape;2342;p28"/>
          <p:cNvSpPr/>
          <p:nvPr/>
        </p:nvSpPr>
        <p:spPr>
          <a:xfrm>
            <a:off x="-497486" y="3893420"/>
            <a:ext cx="577267" cy="56149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0" y="0"/>
                </a:moveTo>
                <a:lnTo>
                  <a:pt x="0" y="1868"/>
                </a:lnTo>
                <a:lnTo>
                  <a:pt x="19214" y="1868"/>
                </a:lnTo>
                <a:lnTo>
                  <a:pt x="192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3" name="Google Shape;2343;p28"/>
          <p:cNvSpPr/>
          <p:nvPr/>
        </p:nvSpPr>
        <p:spPr>
          <a:xfrm>
            <a:off x="62275" y="4753125"/>
            <a:ext cx="378243" cy="55151"/>
          </a:xfrm>
          <a:custGeom>
            <a:avLst/>
            <a:gdLst/>
            <a:ahLst/>
            <a:cxnLst/>
            <a:rect l="l" t="t" r="r" b="b"/>
            <a:pathLst>
              <a:path w="16279" h="2603" extrusionOk="0">
                <a:moveTo>
                  <a:pt x="0" y="0"/>
                </a:moveTo>
                <a:lnTo>
                  <a:pt x="0" y="2602"/>
                </a:lnTo>
                <a:lnTo>
                  <a:pt x="16278" y="2602"/>
                </a:lnTo>
                <a:lnTo>
                  <a:pt x="16278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4" name="Google Shape;2344;p28"/>
          <p:cNvSpPr/>
          <p:nvPr/>
        </p:nvSpPr>
        <p:spPr>
          <a:xfrm rot="10800000" flipH="1">
            <a:off x="-199775" y="523173"/>
            <a:ext cx="681471" cy="40074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5" name="Google Shape;2345;p28"/>
          <p:cNvSpPr/>
          <p:nvPr/>
        </p:nvSpPr>
        <p:spPr>
          <a:xfrm>
            <a:off x="8873985" y="3077804"/>
            <a:ext cx="215495" cy="34098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1"/>
                </a:moveTo>
                <a:lnTo>
                  <a:pt x="0" y="1135"/>
                </a:lnTo>
                <a:lnTo>
                  <a:pt x="7172" y="1135"/>
                </a:lnTo>
                <a:lnTo>
                  <a:pt x="717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6" name="Google Shape;2346;p28"/>
          <p:cNvSpPr/>
          <p:nvPr/>
        </p:nvSpPr>
        <p:spPr>
          <a:xfrm>
            <a:off x="8682788" y="3830274"/>
            <a:ext cx="131316" cy="21090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7" name="Google Shape;2347;p28"/>
          <p:cNvSpPr/>
          <p:nvPr/>
        </p:nvSpPr>
        <p:spPr>
          <a:xfrm>
            <a:off x="8816384" y="268833"/>
            <a:ext cx="245537" cy="39115"/>
          </a:xfrm>
          <a:custGeom>
            <a:avLst/>
            <a:gdLst/>
            <a:ahLst/>
            <a:cxnLst/>
            <a:rect l="l" t="t" r="r" b="b"/>
            <a:pathLst>
              <a:path w="8173" h="1302" extrusionOk="0">
                <a:moveTo>
                  <a:pt x="0" y="0"/>
                </a:moveTo>
                <a:lnTo>
                  <a:pt x="0" y="1301"/>
                </a:lnTo>
                <a:lnTo>
                  <a:pt x="8173" y="1301"/>
                </a:lnTo>
                <a:lnTo>
                  <a:pt x="8173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8" name="Google Shape;2348;p28"/>
          <p:cNvSpPr/>
          <p:nvPr/>
        </p:nvSpPr>
        <p:spPr>
          <a:xfrm rot="10800000" flipH="1">
            <a:off x="9027600" y="1766875"/>
            <a:ext cx="489092" cy="35128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9" name="Google Shape;2349;p28"/>
          <p:cNvSpPr/>
          <p:nvPr/>
        </p:nvSpPr>
        <p:spPr>
          <a:xfrm>
            <a:off x="278139" y="2302482"/>
            <a:ext cx="216486" cy="35120"/>
          </a:xfrm>
          <a:custGeom>
            <a:avLst/>
            <a:gdLst/>
            <a:ahLst/>
            <a:cxnLst/>
            <a:rect l="l" t="t" r="r" b="b"/>
            <a:pathLst>
              <a:path w="7206" h="1169" extrusionOk="0">
                <a:moveTo>
                  <a:pt x="0" y="1"/>
                </a:moveTo>
                <a:lnTo>
                  <a:pt x="0" y="1168"/>
                </a:lnTo>
                <a:lnTo>
                  <a:pt x="7205" y="1168"/>
                </a:lnTo>
                <a:lnTo>
                  <a:pt x="720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0" name="Google Shape;2350;p28"/>
          <p:cNvSpPr/>
          <p:nvPr/>
        </p:nvSpPr>
        <p:spPr>
          <a:xfrm>
            <a:off x="8646906" y="1702295"/>
            <a:ext cx="215495" cy="35090"/>
          </a:xfrm>
          <a:custGeom>
            <a:avLst/>
            <a:gdLst/>
            <a:ahLst/>
            <a:cxnLst/>
            <a:rect l="l" t="t" r="r" b="b"/>
            <a:pathLst>
              <a:path w="7173" h="1168" extrusionOk="0">
                <a:moveTo>
                  <a:pt x="0" y="0"/>
                </a:moveTo>
                <a:lnTo>
                  <a:pt x="0" y="1168"/>
                </a:lnTo>
                <a:lnTo>
                  <a:pt x="7172" y="1168"/>
                </a:lnTo>
                <a:lnTo>
                  <a:pt x="71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1" name="Google Shape;2351;p28"/>
          <p:cNvSpPr/>
          <p:nvPr/>
        </p:nvSpPr>
        <p:spPr>
          <a:xfrm>
            <a:off x="9121377" y="3857831"/>
            <a:ext cx="743612" cy="68166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1" y="1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2" name="Google Shape;2352;p28"/>
          <p:cNvSpPr/>
          <p:nvPr/>
        </p:nvSpPr>
        <p:spPr>
          <a:xfrm rot="10800000" flipH="1">
            <a:off x="-544255" y="3150869"/>
            <a:ext cx="743577" cy="28099"/>
          </a:xfrm>
          <a:custGeom>
            <a:avLst/>
            <a:gdLst/>
            <a:ahLst/>
            <a:cxnLst/>
            <a:rect l="l" t="t" r="r" b="b"/>
            <a:pathLst>
              <a:path w="43465" h="702" extrusionOk="0">
                <a:moveTo>
                  <a:pt x="0" y="1"/>
                </a:moveTo>
                <a:lnTo>
                  <a:pt x="0" y="701"/>
                </a:lnTo>
                <a:lnTo>
                  <a:pt x="43465" y="701"/>
                </a:lnTo>
                <a:lnTo>
                  <a:pt x="4346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3" name="Google Shape;2353;p28"/>
          <p:cNvSpPr/>
          <p:nvPr/>
        </p:nvSpPr>
        <p:spPr>
          <a:xfrm>
            <a:off x="-758044" y="3278090"/>
            <a:ext cx="74205" cy="2109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4" name="Google Shape;2354;p28"/>
          <p:cNvSpPr/>
          <p:nvPr/>
        </p:nvSpPr>
        <p:spPr>
          <a:xfrm>
            <a:off x="-523181" y="3408884"/>
            <a:ext cx="139307" cy="39115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0"/>
                </a:moveTo>
                <a:lnTo>
                  <a:pt x="0" y="1301"/>
                </a:lnTo>
                <a:lnTo>
                  <a:pt x="4637" y="1301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5" name="Google Shape;2355;p28"/>
          <p:cNvSpPr/>
          <p:nvPr/>
        </p:nvSpPr>
        <p:spPr>
          <a:xfrm>
            <a:off x="-297028" y="3470004"/>
            <a:ext cx="328755" cy="56149"/>
          </a:xfrm>
          <a:custGeom>
            <a:avLst/>
            <a:gdLst/>
            <a:ahLst/>
            <a:cxnLst/>
            <a:rect l="l" t="t" r="r" b="b"/>
            <a:pathLst>
              <a:path w="10943" h="1869" extrusionOk="0">
                <a:moveTo>
                  <a:pt x="1" y="1"/>
                </a:moveTo>
                <a:lnTo>
                  <a:pt x="1" y="1869"/>
                </a:lnTo>
                <a:lnTo>
                  <a:pt x="10942" y="1869"/>
                </a:lnTo>
                <a:lnTo>
                  <a:pt x="1094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6" name="Google Shape;2356;p28"/>
          <p:cNvSpPr/>
          <p:nvPr/>
        </p:nvSpPr>
        <p:spPr>
          <a:xfrm>
            <a:off x="-806142" y="3383329"/>
            <a:ext cx="122303" cy="34098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7" name="Google Shape;2357;p28"/>
          <p:cNvSpPr/>
          <p:nvPr/>
        </p:nvSpPr>
        <p:spPr>
          <a:xfrm>
            <a:off x="-379250" y="2668803"/>
            <a:ext cx="681484" cy="55151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8" name="Google Shape;2358;p28"/>
          <p:cNvSpPr/>
          <p:nvPr/>
        </p:nvSpPr>
        <p:spPr>
          <a:xfrm>
            <a:off x="-257987" y="2767998"/>
            <a:ext cx="74205" cy="2109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9" name="Google Shape;2359;p28"/>
          <p:cNvSpPr/>
          <p:nvPr/>
        </p:nvSpPr>
        <p:spPr>
          <a:xfrm>
            <a:off x="-586682" y="2571580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0" name="Google Shape;2360;p28"/>
          <p:cNvSpPr/>
          <p:nvPr/>
        </p:nvSpPr>
        <p:spPr>
          <a:xfrm>
            <a:off x="-416311" y="2978446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1" name="Google Shape;2361;p28"/>
          <p:cNvSpPr/>
          <p:nvPr/>
        </p:nvSpPr>
        <p:spPr>
          <a:xfrm>
            <a:off x="78814" y="2897271"/>
            <a:ext cx="139337" cy="39115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2" name="Google Shape;2362;p28"/>
          <p:cNvSpPr/>
          <p:nvPr/>
        </p:nvSpPr>
        <p:spPr>
          <a:xfrm>
            <a:off x="-73586" y="2678862"/>
            <a:ext cx="139337" cy="88205"/>
          </a:xfrm>
          <a:custGeom>
            <a:avLst/>
            <a:gdLst/>
            <a:ahLst/>
            <a:cxnLst/>
            <a:rect l="l" t="t" r="r" b="b"/>
            <a:pathLst>
              <a:path w="4638" h="2936" extrusionOk="0">
                <a:moveTo>
                  <a:pt x="1" y="0"/>
                </a:moveTo>
                <a:lnTo>
                  <a:pt x="1" y="2936"/>
                </a:lnTo>
                <a:lnTo>
                  <a:pt x="4637" y="2936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3" name="Google Shape;2363;p28"/>
          <p:cNvSpPr/>
          <p:nvPr/>
        </p:nvSpPr>
        <p:spPr>
          <a:xfrm>
            <a:off x="-416306" y="1453270"/>
            <a:ext cx="276631" cy="77179"/>
          </a:xfrm>
          <a:custGeom>
            <a:avLst/>
            <a:gdLst/>
            <a:ahLst/>
            <a:cxnLst/>
            <a:rect l="l" t="t" r="r" b="b"/>
            <a:pathLst>
              <a:path w="9208" h="2569" extrusionOk="0">
                <a:moveTo>
                  <a:pt x="1" y="0"/>
                </a:moveTo>
                <a:lnTo>
                  <a:pt x="1" y="2569"/>
                </a:lnTo>
                <a:lnTo>
                  <a:pt x="9207" y="2569"/>
                </a:lnTo>
                <a:lnTo>
                  <a:pt x="920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4" name="Google Shape;2364;p28"/>
          <p:cNvSpPr/>
          <p:nvPr/>
        </p:nvSpPr>
        <p:spPr>
          <a:xfrm>
            <a:off x="-306085" y="2874229"/>
            <a:ext cx="122303" cy="34098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1"/>
                </a:moveTo>
                <a:lnTo>
                  <a:pt x="1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5" name="Google Shape;2365;p28"/>
          <p:cNvSpPr/>
          <p:nvPr/>
        </p:nvSpPr>
        <p:spPr>
          <a:xfrm>
            <a:off x="8609402" y="4294925"/>
            <a:ext cx="378226" cy="34076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6" name="Google Shape;2366;p28"/>
          <p:cNvSpPr/>
          <p:nvPr/>
        </p:nvSpPr>
        <p:spPr>
          <a:xfrm>
            <a:off x="9044205" y="4880831"/>
            <a:ext cx="75166" cy="21090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7" name="Google Shape;2367;p28"/>
          <p:cNvSpPr/>
          <p:nvPr/>
        </p:nvSpPr>
        <p:spPr>
          <a:xfrm>
            <a:off x="8552772" y="2108453"/>
            <a:ext cx="328725" cy="56149"/>
          </a:xfrm>
          <a:custGeom>
            <a:avLst/>
            <a:gdLst/>
            <a:ahLst/>
            <a:cxnLst/>
            <a:rect l="l" t="t" r="r" b="b"/>
            <a:pathLst>
              <a:path w="10942" h="1869" extrusionOk="0">
                <a:moveTo>
                  <a:pt x="0" y="0"/>
                </a:moveTo>
                <a:lnTo>
                  <a:pt x="0" y="1868"/>
                </a:lnTo>
                <a:lnTo>
                  <a:pt x="10941" y="1868"/>
                </a:lnTo>
                <a:lnTo>
                  <a:pt x="10941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8" name="Google Shape;2368;p28"/>
          <p:cNvSpPr/>
          <p:nvPr/>
        </p:nvSpPr>
        <p:spPr>
          <a:xfrm>
            <a:off x="8538700" y="849238"/>
            <a:ext cx="139295" cy="67176"/>
          </a:xfrm>
          <a:custGeom>
            <a:avLst/>
            <a:gdLst/>
            <a:ahLst/>
            <a:cxnLst/>
            <a:rect l="l" t="t" r="r" b="b"/>
            <a:pathLst>
              <a:path w="4637" h="2936" extrusionOk="0">
                <a:moveTo>
                  <a:pt x="0" y="0"/>
                </a:moveTo>
                <a:lnTo>
                  <a:pt x="0" y="2936"/>
                </a:lnTo>
                <a:lnTo>
                  <a:pt x="4637" y="2936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9" name="Google Shape;2369;p28"/>
          <p:cNvSpPr/>
          <p:nvPr/>
        </p:nvSpPr>
        <p:spPr>
          <a:xfrm>
            <a:off x="8521841" y="386398"/>
            <a:ext cx="154358" cy="43111"/>
          </a:xfrm>
          <a:custGeom>
            <a:avLst/>
            <a:gdLst/>
            <a:ahLst/>
            <a:cxnLst/>
            <a:rect l="l" t="t" r="r" b="b"/>
            <a:pathLst>
              <a:path w="5138" h="1435" extrusionOk="0">
                <a:moveTo>
                  <a:pt x="1" y="1"/>
                </a:moveTo>
                <a:lnTo>
                  <a:pt x="1" y="1435"/>
                </a:lnTo>
                <a:lnTo>
                  <a:pt x="5138" y="1435"/>
                </a:lnTo>
                <a:lnTo>
                  <a:pt x="513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0" name="Google Shape;2370;p28"/>
          <p:cNvSpPr/>
          <p:nvPr/>
        </p:nvSpPr>
        <p:spPr>
          <a:xfrm>
            <a:off x="8660212" y="4669995"/>
            <a:ext cx="276601" cy="78201"/>
          </a:xfrm>
          <a:custGeom>
            <a:avLst/>
            <a:gdLst/>
            <a:ahLst/>
            <a:cxnLst/>
            <a:rect l="l" t="t" r="r" b="b"/>
            <a:pathLst>
              <a:path w="9207" h="2603" extrusionOk="0">
                <a:moveTo>
                  <a:pt x="0" y="0"/>
                </a:moveTo>
                <a:lnTo>
                  <a:pt x="0" y="2602"/>
                </a:lnTo>
                <a:lnTo>
                  <a:pt x="9207" y="2602"/>
                </a:lnTo>
                <a:lnTo>
                  <a:pt x="920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1" name="Google Shape;2371;p28"/>
          <p:cNvSpPr/>
          <p:nvPr/>
        </p:nvSpPr>
        <p:spPr>
          <a:xfrm>
            <a:off x="9171538" y="3570792"/>
            <a:ext cx="139330" cy="74224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1"/>
                </a:moveTo>
                <a:lnTo>
                  <a:pt x="0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2" name="Google Shape;2372;p28"/>
          <p:cNvSpPr/>
          <p:nvPr/>
        </p:nvSpPr>
        <p:spPr>
          <a:xfrm>
            <a:off x="89075" y="1989660"/>
            <a:ext cx="139319" cy="56148"/>
          </a:xfrm>
          <a:custGeom>
            <a:avLst/>
            <a:gdLst/>
            <a:ahLst/>
            <a:cxnLst/>
            <a:rect l="l" t="t" r="r" b="b"/>
            <a:pathLst>
              <a:path w="4637" h="2970" extrusionOk="0">
                <a:moveTo>
                  <a:pt x="0" y="1"/>
                </a:moveTo>
                <a:lnTo>
                  <a:pt x="0" y="2969"/>
                </a:lnTo>
                <a:lnTo>
                  <a:pt x="4637" y="2969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3" name="Google Shape;2373;p28"/>
          <p:cNvSpPr/>
          <p:nvPr/>
        </p:nvSpPr>
        <p:spPr>
          <a:xfrm>
            <a:off x="-39844" y="1179144"/>
            <a:ext cx="122273" cy="35120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4" name="Google Shape;2374;p28"/>
          <p:cNvSpPr/>
          <p:nvPr/>
        </p:nvSpPr>
        <p:spPr>
          <a:xfrm>
            <a:off x="-308262" y="4323366"/>
            <a:ext cx="271592" cy="55146"/>
          </a:xfrm>
          <a:custGeom>
            <a:avLst/>
            <a:gdLst/>
            <a:ahLst/>
            <a:cxnLst/>
            <a:rect l="l" t="t" r="r" b="b"/>
            <a:pathLst>
              <a:path w="9041" h="4137" extrusionOk="0">
                <a:moveTo>
                  <a:pt x="0" y="0"/>
                </a:moveTo>
                <a:lnTo>
                  <a:pt x="0" y="4137"/>
                </a:lnTo>
                <a:lnTo>
                  <a:pt x="9040" y="4137"/>
                </a:lnTo>
                <a:lnTo>
                  <a:pt x="90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5" name="Google Shape;2375;p28"/>
          <p:cNvSpPr/>
          <p:nvPr/>
        </p:nvSpPr>
        <p:spPr>
          <a:xfrm>
            <a:off x="9380" y="860111"/>
            <a:ext cx="298720" cy="32987"/>
          </a:xfrm>
          <a:custGeom>
            <a:avLst/>
            <a:gdLst/>
            <a:ahLst/>
            <a:cxnLst/>
            <a:rect l="l" t="t" r="r" b="b"/>
            <a:pathLst>
              <a:path w="10041" h="1268" extrusionOk="0">
                <a:moveTo>
                  <a:pt x="0" y="0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6" name="Google Shape;2376;p28"/>
          <p:cNvSpPr/>
          <p:nvPr/>
        </p:nvSpPr>
        <p:spPr>
          <a:xfrm>
            <a:off x="-97050" y="2469768"/>
            <a:ext cx="614308" cy="6685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7" name="Google Shape;2377;p28"/>
          <p:cNvSpPr/>
          <p:nvPr/>
        </p:nvSpPr>
        <p:spPr>
          <a:xfrm>
            <a:off x="-1015005" y="248892"/>
            <a:ext cx="1685100" cy="52965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6"/>
                </a:lnTo>
                <a:lnTo>
                  <a:pt x="56641" y="4036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8" name="Google Shape;2378;p28"/>
          <p:cNvSpPr/>
          <p:nvPr/>
        </p:nvSpPr>
        <p:spPr>
          <a:xfrm>
            <a:off x="-296950" y="1327800"/>
            <a:ext cx="753401" cy="22925"/>
          </a:xfrm>
          <a:custGeom>
            <a:avLst/>
            <a:gdLst/>
            <a:ahLst/>
            <a:cxnLst/>
            <a:rect l="l" t="t" r="r" b="b"/>
            <a:pathLst>
              <a:path w="10041" h="1235" extrusionOk="0">
                <a:moveTo>
                  <a:pt x="0" y="0"/>
                </a:moveTo>
                <a:lnTo>
                  <a:pt x="0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9" name="Google Shape;2379;p28"/>
          <p:cNvSpPr/>
          <p:nvPr/>
        </p:nvSpPr>
        <p:spPr>
          <a:xfrm>
            <a:off x="65550" y="4416048"/>
            <a:ext cx="489269" cy="28102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0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0" name="Google Shape;2380;p28"/>
          <p:cNvSpPr/>
          <p:nvPr/>
        </p:nvSpPr>
        <p:spPr>
          <a:xfrm>
            <a:off x="-558841" y="760208"/>
            <a:ext cx="489269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0" y="0"/>
                </a:moveTo>
                <a:lnTo>
                  <a:pt x="0" y="2068"/>
                </a:lnTo>
                <a:lnTo>
                  <a:pt x="16445" y="2068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1" name="Google Shape;2381;p28"/>
          <p:cNvSpPr/>
          <p:nvPr/>
        </p:nvSpPr>
        <p:spPr>
          <a:xfrm>
            <a:off x="-178017" y="3612711"/>
            <a:ext cx="297728" cy="52967"/>
          </a:xfrm>
          <a:custGeom>
            <a:avLst/>
            <a:gdLst/>
            <a:ahLst/>
            <a:cxnLst/>
            <a:rect l="l" t="t" r="r" b="b"/>
            <a:pathLst>
              <a:path w="45734" h="3537" extrusionOk="0">
                <a:moveTo>
                  <a:pt x="1" y="1"/>
                </a:moveTo>
                <a:lnTo>
                  <a:pt x="1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2" name="Google Shape;2382;p28"/>
          <p:cNvSpPr/>
          <p:nvPr/>
        </p:nvSpPr>
        <p:spPr>
          <a:xfrm>
            <a:off x="-392750" y="1838499"/>
            <a:ext cx="614308" cy="36377"/>
          </a:xfrm>
          <a:custGeom>
            <a:avLst/>
            <a:gdLst/>
            <a:ahLst/>
            <a:cxnLst/>
            <a:rect l="l" t="t" r="r" b="b"/>
            <a:pathLst>
              <a:path w="20649" h="2603" extrusionOk="0">
                <a:moveTo>
                  <a:pt x="0" y="0"/>
                </a:moveTo>
                <a:lnTo>
                  <a:pt x="0" y="2602"/>
                </a:lnTo>
                <a:lnTo>
                  <a:pt x="20648" y="2602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3" name="Google Shape;2383;p28"/>
          <p:cNvSpPr/>
          <p:nvPr/>
        </p:nvSpPr>
        <p:spPr>
          <a:xfrm>
            <a:off x="-737025" y="4649338"/>
            <a:ext cx="1129158" cy="28098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7"/>
                </a:lnTo>
                <a:lnTo>
                  <a:pt x="56641" y="4037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4" name="Google Shape;2384;p28"/>
          <p:cNvSpPr/>
          <p:nvPr/>
        </p:nvSpPr>
        <p:spPr>
          <a:xfrm>
            <a:off x="8756100" y="437697"/>
            <a:ext cx="1360557" cy="52949"/>
          </a:xfrm>
          <a:custGeom>
            <a:avLst/>
            <a:gdLst/>
            <a:ahLst/>
            <a:cxnLst/>
            <a:rect l="l" t="t" r="r" b="b"/>
            <a:pathLst>
              <a:path w="45733" h="3537" extrusionOk="0">
                <a:moveTo>
                  <a:pt x="0" y="1"/>
                </a:moveTo>
                <a:lnTo>
                  <a:pt x="0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5" name="Google Shape;2385;p28"/>
          <p:cNvSpPr/>
          <p:nvPr/>
        </p:nvSpPr>
        <p:spPr>
          <a:xfrm>
            <a:off x="8784810" y="-25054"/>
            <a:ext cx="614308" cy="6685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6" name="Google Shape;2386;p28"/>
          <p:cNvSpPr/>
          <p:nvPr/>
        </p:nvSpPr>
        <p:spPr>
          <a:xfrm>
            <a:off x="9237340" y="1290861"/>
            <a:ext cx="298720" cy="32987"/>
          </a:xfrm>
          <a:custGeom>
            <a:avLst/>
            <a:gdLst/>
            <a:ahLst/>
            <a:cxnLst/>
            <a:rect l="l" t="t" r="r" b="b"/>
            <a:pathLst>
              <a:path w="10041" h="1268" extrusionOk="0">
                <a:moveTo>
                  <a:pt x="0" y="0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7" name="Google Shape;2387;p28"/>
          <p:cNvSpPr/>
          <p:nvPr/>
        </p:nvSpPr>
        <p:spPr>
          <a:xfrm>
            <a:off x="8624891" y="1068149"/>
            <a:ext cx="489268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1" y="0"/>
                </a:moveTo>
                <a:lnTo>
                  <a:pt x="1" y="2068"/>
                </a:lnTo>
                <a:lnTo>
                  <a:pt x="16446" y="2068"/>
                </a:lnTo>
                <a:lnTo>
                  <a:pt x="164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8" name="Google Shape;2388;p28"/>
          <p:cNvSpPr/>
          <p:nvPr/>
        </p:nvSpPr>
        <p:spPr>
          <a:xfrm flipH="1">
            <a:off x="9072124" y="2515565"/>
            <a:ext cx="629151" cy="60022"/>
          </a:xfrm>
          <a:custGeom>
            <a:avLst/>
            <a:gdLst/>
            <a:ahLst/>
            <a:cxnLst/>
            <a:rect l="l" t="t" r="r" b="b"/>
            <a:pathLst>
              <a:path w="56642" h="4070" extrusionOk="0">
                <a:moveTo>
                  <a:pt x="1" y="0"/>
                </a:moveTo>
                <a:lnTo>
                  <a:pt x="1" y="4070"/>
                </a:lnTo>
                <a:lnTo>
                  <a:pt x="56641" y="4070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9" name="Google Shape;2389;p28"/>
          <p:cNvSpPr/>
          <p:nvPr/>
        </p:nvSpPr>
        <p:spPr>
          <a:xfrm>
            <a:off x="8706440" y="4025378"/>
            <a:ext cx="1360517" cy="66833"/>
          </a:xfrm>
          <a:custGeom>
            <a:avLst/>
            <a:gdLst/>
            <a:ahLst/>
            <a:cxnLst/>
            <a:rect l="l" t="t" r="r" b="b"/>
            <a:pathLst>
              <a:path w="56641" h="4037" extrusionOk="0">
                <a:moveTo>
                  <a:pt x="0" y="0"/>
                </a:moveTo>
                <a:lnTo>
                  <a:pt x="0" y="4036"/>
                </a:lnTo>
                <a:lnTo>
                  <a:pt x="56641" y="4036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0" name="Google Shape;2390;p28"/>
          <p:cNvSpPr/>
          <p:nvPr/>
        </p:nvSpPr>
        <p:spPr>
          <a:xfrm>
            <a:off x="9019727" y="3172214"/>
            <a:ext cx="298720" cy="33013"/>
          </a:xfrm>
          <a:custGeom>
            <a:avLst/>
            <a:gdLst/>
            <a:ahLst/>
            <a:cxnLst/>
            <a:rect l="l" t="t" r="r" b="b"/>
            <a:pathLst>
              <a:path w="10041" h="1269" extrusionOk="0">
                <a:moveTo>
                  <a:pt x="0" y="1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1" name="Google Shape;2391;p28"/>
          <p:cNvSpPr/>
          <p:nvPr/>
        </p:nvSpPr>
        <p:spPr>
          <a:xfrm>
            <a:off x="8803325" y="2666181"/>
            <a:ext cx="489245" cy="52948"/>
          </a:xfrm>
          <a:custGeom>
            <a:avLst/>
            <a:gdLst/>
            <a:ahLst/>
            <a:cxnLst/>
            <a:rect l="l" t="t" r="r" b="b"/>
            <a:pathLst>
              <a:path w="56642" h="4038" extrusionOk="0">
                <a:moveTo>
                  <a:pt x="1" y="1"/>
                </a:moveTo>
                <a:lnTo>
                  <a:pt x="1" y="4037"/>
                </a:lnTo>
                <a:lnTo>
                  <a:pt x="56641" y="4037"/>
                </a:lnTo>
                <a:lnTo>
                  <a:pt x="566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2" name="Google Shape;2392;p28"/>
          <p:cNvSpPr/>
          <p:nvPr/>
        </p:nvSpPr>
        <p:spPr>
          <a:xfrm>
            <a:off x="176450" y="4939724"/>
            <a:ext cx="390148" cy="52952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1" y="1"/>
                </a:moveTo>
                <a:lnTo>
                  <a:pt x="1" y="2603"/>
                </a:lnTo>
                <a:lnTo>
                  <a:pt x="16246" y="2603"/>
                </a:lnTo>
                <a:lnTo>
                  <a:pt x="162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3" name="Google Shape;2393;p28"/>
          <p:cNvSpPr/>
          <p:nvPr/>
        </p:nvSpPr>
        <p:spPr>
          <a:xfrm>
            <a:off x="54884" y="4209800"/>
            <a:ext cx="390153" cy="69074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0" y="1"/>
                </a:moveTo>
                <a:lnTo>
                  <a:pt x="0" y="2269"/>
                </a:lnTo>
                <a:lnTo>
                  <a:pt x="24751" y="2269"/>
                </a:lnTo>
                <a:lnTo>
                  <a:pt x="2475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4" name="Google Shape;2394;p28"/>
          <p:cNvSpPr/>
          <p:nvPr/>
        </p:nvSpPr>
        <p:spPr>
          <a:xfrm rot="10800000" flipH="1">
            <a:off x="8828022" y="925084"/>
            <a:ext cx="966362" cy="23650"/>
          </a:xfrm>
          <a:custGeom>
            <a:avLst/>
            <a:gdLst/>
            <a:ahLst/>
            <a:cxnLst/>
            <a:rect l="l" t="t" r="r" b="b"/>
            <a:pathLst>
              <a:path w="43432" h="702" extrusionOk="0">
                <a:moveTo>
                  <a:pt x="0" y="1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5" name="Google Shape;2395;p28"/>
          <p:cNvSpPr/>
          <p:nvPr/>
        </p:nvSpPr>
        <p:spPr>
          <a:xfrm rot="10800000" flipH="1">
            <a:off x="9138145" y="583869"/>
            <a:ext cx="216103" cy="62275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6" name="Google Shape;2396;p28"/>
          <p:cNvSpPr/>
          <p:nvPr/>
        </p:nvSpPr>
        <p:spPr>
          <a:xfrm>
            <a:off x="8868563" y="571066"/>
            <a:ext cx="141169" cy="39630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1"/>
                </a:lnTo>
                <a:lnTo>
                  <a:pt x="4637" y="1301"/>
                </a:lnTo>
                <a:lnTo>
                  <a:pt x="46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7" name="Google Shape;2397;p28"/>
          <p:cNvSpPr/>
          <p:nvPr/>
        </p:nvSpPr>
        <p:spPr>
          <a:xfrm>
            <a:off x="8799017" y="1247349"/>
            <a:ext cx="280268" cy="78194"/>
          </a:xfrm>
          <a:custGeom>
            <a:avLst/>
            <a:gdLst/>
            <a:ahLst/>
            <a:cxnLst/>
            <a:rect l="l" t="t" r="r" b="b"/>
            <a:pathLst>
              <a:path w="9208" h="2569" extrusionOk="0">
                <a:moveTo>
                  <a:pt x="1" y="0"/>
                </a:moveTo>
                <a:lnTo>
                  <a:pt x="1" y="2569"/>
                </a:lnTo>
                <a:lnTo>
                  <a:pt x="9207" y="2569"/>
                </a:lnTo>
                <a:lnTo>
                  <a:pt x="92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8" name="Google Shape;2398;p28"/>
          <p:cNvSpPr/>
          <p:nvPr/>
        </p:nvSpPr>
        <p:spPr>
          <a:xfrm>
            <a:off x="9027516" y="769550"/>
            <a:ext cx="489273" cy="32126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9" name="Google Shape;2399;p28"/>
          <p:cNvSpPr/>
          <p:nvPr/>
        </p:nvSpPr>
        <p:spPr>
          <a:xfrm>
            <a:off x="9248475" y="1062302"/>
            <a:ext cx="154350" cy="38175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0" name="Google Shape;2400;p28"/>
          <p:cNvSpPr/>
          <p:nvPr/>
        </p:nvSpPr>
        <p:spPr>
          <a:xfrm>
            <a:off x="8537070" y="1288993"/>
            <a:ext cx="123911" cy="34547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1" name="Google Shape;2401;p28"/>
          <p:cNvSpPr/>
          <p:nvPr/>
        </p:nvSpPr>
        <p:spPr>
          <a:xfrm>
            <a:off x="-861914" y="1614100"/>
            <a:ext cx="966397" cy="35599"/>
          </a:xfrm>
          <a:custGeom>
            <a:avLst/>
            <a:gdLst/>
            <a:ahLst/>
            <a:cxnLst/>
            <a:rect l="l" t="t" r="r" b="b"/>
            <a:pathLst>
              <a:path w="42465" h="1135" extrusionOk="0">
                <a:moveTo>
                  <a:pt x="1" y="0"/>
                </a:moveTo>
                <a:lnTo>
                  <a:pt x="1" y="1134"/>
                </a:lnTo>
                <a:lnTo>
                  <a:pt x="42464" y="1134"/>
                </a:lnTo>
                <a:lnTo>
                  <a:pt x="4246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2" name="Google Shape;2402;p28"/>
          <p:cNvSpPr/>
          <p:nvPr/>
        </p:nvSpPr>
        <p:spPr>
          <a:xfrm>
            <a:off x="9091425" y="3390737"/>
            <a:ext cx="324920" cy="55882"/>
          </a:xfrm>
          <a:custGeom>
            <a:avLst/>
            <a:gdLst/>
            <a:ahLst/>
            <a:cxnLst/>
            <a:rect l="l" t="t" r="r" b="b"/>
            <a:pathLst>
              <a:path w="10675" h="3070" extrusionOk="0">
                <a:moveTo>
                  <a:pt x="0" y="1"/>
                </a:moveTo>
                <a:lnTo>
                  <a:pt x="0" y="3070"/>
                </a:lnTo>
                <a:lnTo>
                  <a:pt x="10674" y="3070"/>
                </a:lnTo>
                <a:lnTo>
                  <a:pt x="1067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3" name="Google Shape;2403;p28"/>
          <p:cNvSpPr/>
          <p:nvPr/>
        </p:nvSpPr>
        <p:spPr>
          <a:xfrm rot="10800000" flipH="1">
            <a:off x="9203112" y="4229896"/>
            <a:ext cx="138095" cy="65023"/>
          </a:xfrm>
          <a:custGeom>
            <a:avLst/>
            <a:gdLst/>
            <a:ahLst/>
            <a:cxnLst/>
            <a:rect l="l" t="t" r="r" b="b"/>
            <a:pathLst>
              <a:path w="4537" h="4838" extrusionOk="0">
                <a:moveTo>
                  <a:pt x="0" y="1"/>
                </a:moveTo>
                <a:lnTo>
                  <a:pt x="0" y="4838"/>
                </a:lnTo>
                <a:lnTo>
                  <a:pt x="4537" y="4838"/>
                </a:lnTo>
                <a:lnTo>
                  <a:pt x="45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4" name="Google Shape;2404;p28"/>
          <p:cNvSpPr/>
          <p:nvPr/>
        </p:nvSpPr>
        <p:spPr>
          <a:xfrm rot="10800000" flipH="1">
            <a:off x="68350" y="1733352"/>
            <a:ext cx="489103" cy="30152"/>
          </a:xfrm>
          <a:custGeom>
            <a:avLst/>
            <a:gdLst/>
            <a:ahLst/>
            <a:cxnLst/>
            <a:rect l="l" t="t" r="r" b="b"/>
            <a:pathLst>
              <a:path w="5004" h="2336" extrusionOk="0">
                <a:moveTo>
                  <a:pt x="0" y="1"/>
                </a:moveTo>
                <a:lnTo>
                  <a:pt x="0" y="2336"/>
                </a:lnTo>
                <a:lnTo>
                  <a:pt x="5004" y="2336"/>
                </a:lnTo>
                <a:lnTo>
                  <a:pt x="50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5" name="Google Shape;2405;p28"/>
          <p:cNvSpPr/>
          <p:nvPr/>
        </p:nvSpPr>
        <p:spPr>
          <a:xfrm>
            <a:off x="9104121" y="2219688"/>
            <a:ext cx="274151" cy="129999"/>
          </a:xfrm>
          <a:custGeom>
            <a:avLst/>
            <a:gdLst/>
            <a:ahLst/>
            <a:cxnLst/>
            <a:rect l="l" t="t" r="r" b="b"/>
            <a:pathLst>
              <a:path w="9007" h="4271" extrusionOk="0">
                <a:moveTo>
                  <a:pt x="0" y="0"/>
                </a:moveTo>
                <a:lnTo>
                  <a:pt x="0" y="4270"/>
                </a:lnTo>
                <a:lnTo>
                  <a:pt x="9007" y="4270"/>
                </a:lnTo>
                <a:lnTo>
                  <a:pt x="90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6" name="Google Shape;2406;p28"/>
          <p:cNvSpPr/>
          <p:nvPr/>
        </p:nvSpPr>
        <p:spPr>
          <a:xfrm>
            <a:off x="8682099" y="2871997"/>
            <a:ext cx="141151" cy="52950"/>
          </a:xfrm>
          <a:custGeom>
            <a:avLst/>
            <a:gdLst/>
            <a:ahLst/>
            <a:cxnLst/>
            <a:rect l="l" t="t" r="r" b="b"/>
            <a:pathLst>
              <a:path w="2437" h="669" extrusionOk="0">
                <a:moveTo>
                  <a:pt x="1" y="1"/>
                </a:moveTo>
                <a:lnTo>
                  <a:pt x="1" y="668"/>
                </a:lnTo>
                <a:lnTo>
                  <a:pt x="2436" y="668"/>
                </a:lnTo>
                <a:lnTo>
                  <a:pt x="243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7" name="Google Shape;2407;p28"/>
          <p:cNvSpPr/>
          <p:nvPr/>
        </p:nvSpPr>
        <p:spPr>
          <a:xfrm>
            <a:off x="44422" y="1409563"/>
            <a:ext cx="137091" cy="39630"/>
          </a:xfrm>
          <a:custGeom>
            <a:avLst/>
            <a:gdLst/>
            <a:ahLst/>
            <a:cxnLst/>
            <a:rect l="l" t="t" r="r" b="b"/>
            <a:pathLst>
              <a:path w="4504" h="1302" extrusionOk="0">
                <a:moveTo>
                  <a:pt x="0" y="1"/>
                </a:moveTo>
                <a:lnTo>
                  <a:pt x="0" y="1302"/>
                </a:lnTo>
                <a:lnTo>
                  <a:pt x="4503" y="1302"/>
                </a:lnTo>
                <a:lnTo>
                  <a:pt x="45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8" name="Google Shape;2408;p28"/>
          <p:cNvSpPr/>
          <p:nvPr/>
        </p:nvSpPr>
        <p:spPr>
          <a:xfrm>
            <a:off x="-97703" y="651837"/>
            <a:ext cx="137091" cy="88360"/>
          </a:xfrm>
          <a:custGeom>
            <a:avLst/>
            <a:gdLst/>
            <a:ahLst/>
            <a:cxnLst/>
            <a:rect l="l" t="t" r="r" b="b"/>
            <a:pathLst>
              <a:path w="4504" h="2903" extrusionOk="0">
                <a:moveTo>
                  <a:pt x="0" y="0"/>
                </a:moveTo>
                <a:lnTo>
                  <a:pt x="0" y="2902"/>
                </a:lnTo>
                <a:lnTo>
                  <a:pt x="4503" y="2902"/>
                </a:lnTo>
                <a:lnTo>
                  <a:pt x="4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9" name="Google Shape;2409;p28"/>
          <p:cNvSpPr/>
          <p:nvPr/>
        </p:nvSpPr>
        <p:spPr>
          <a:xfrm>
            <a:off x="-166228" y="86894"/>
            <a:ext cx="274151" cy="77190"/>
          </a:xfrm>
          <a:custGeom>
            <a:avLst/>
            <a:gdLst/>
            <a:ahLst/>
            <a:cxnLst/>
            <a:rect l="l" t="t" r="r" b="b"/>
            <a:pathLst>
              <a:path w="9007" h="2536" extrusionOk="0">
                <a:moveTo>
                  <a:pt x="0" y="0"/>
                </a:moveTo>
                <a:lnTo>
                  <a:pt x="0" y="2535"/>
                </a:lnTo>
                <a:lnTo>
                  <a:pt x="9006" y="2535"/>
                </a:lnTo>
                <a:lnTo>
                  <a:pt x="900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0" name="Google Shape;2410;p28"/>
          <p:cNvSpPr/>
          <p:nvPr/>
        </p:nvSpPr>
        <p:spPr>
          <a:xfrm>
            <a:off x="8732905" y="2315017"/>
            <a:ext cx="120867" cy="33542"/>
          </a:xfrm>
          <a:custGeom>
            <a:avLst/>
            <a:gdLst/>
            <a:ahLst/>
            <a:cxnLst/>
            <a:rect l="l" t="t" r="r" b="b"/>
            <a:pathLst>
              <a:path w="3971" h="1102" extrusionOk="0">
                <a:moveTo>
                  <a:pt x="1" y="1"/>
                </a:moveTo>
                <a:lnTo>
                  <a:pt x="1" y="1102"/>
                </a:lnTo>
                <a:lnTo>
                  <a:pt x="3970" y="1102"/>
                </a:lnTo>
                <a:lnTo>
                  <a:pt x="39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1" name="Google Shape;2411;p28"/>
          <p:cNvSpPr/>
          <p:nvPr/>
        </p:nvSpPr>
        <p:spPr>
          <a:xfrm>
            <a:off x="9094275" y="130700"/>
            <a:ext cx="584857" cy="28100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1" y="1"/>
                </a:moveTo>
                <a:lnTo>
                  <a:pt x="1" y="1869"/>
                </a:lnTo>
                <a:lnTo>
                  <a:pt x="19215" y="1869"/>
                </a:lnTo>
                <a:lnTo>
                  <a:pt x="1921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2" name="Google Shape;2412;p28"/>
          <p:cNvSpPr/>
          <p:nvPr/>
        </p:nvSpPr>
        <p:spPr>
          <a:xfrm>
            <a:off x="-51942" y="3263842"/>
            <a:ext cx="76155" cy="21337"/>
          </a:xfrm>
          <a:custGeom>
            <a:avLst/>
            <a:gdLst/>
            <a:ahLst/>
            <a:cxnLst/>
            <a:rect l="l" t="t" r="r" b="b"/>
            <a:pathLst>
              <a:path w="2502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3" name="Google Shape;2413;p28"/>
          <p:cNvSpPr/>
          <p:nvPr/>
        </p:nvSpPr>
        <p:spPr>
          <a:xfrm>
            <a:off x="120638" y="3752257"/>
            <a:ext cx="76185" cy="2133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4" name="Google Shape;2414;p28"/>
          <p:cNvSpPr/>
          <p:nvPr/>
        </p:nvSpPr>
        <p:spPr>
          <a:xfrm>
            <a:off x="69986" y="3340126"/>
            <a:ext cx="280228" cy="43124"/>
          </a:xfrm>
          <a:custGeom>
            <a:avLst/>
            <a:gdLst/>
            <a:ahLst/>
            <a:cxnLst/>
            <a:rect l="l" t="t" r="r" b="b"/>
            <a:pathLst>
              <a:path w="4638" h="2970" extrusionOk="0">
                <a:moveTo>
                  <a:pt x="1" y="1"/>
                </a:moveTo>
                <a:lnTo>
                  <a:pt x="1" y="2970"/>
                </a:lnTo>
                <a:lnTo>
                  <a:pt x="4638" y="2970"/>
                </a:lnTo>
                <a:lnTo>
                  <a:pt x="46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5" name="Google Shape;2415;p28"/>
          <p:cNvSpPr/>
          <p:nvPr/>
        </p:nvSpPr>
        <p:spPr>
          <a:xfrm>
            <a:off x="80550" y="3018698"/>
            <a:ext cx="281273" cy="52952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6" name="Google Shape;2416;p28"/>
          <p:cNvSpPr/>
          <p:nvPr/>
        </p:nvSpPr>
        <p:spPr>
          <a:xfrm>
            <a:off x="104969" y="3463331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7" name="Google Shape;2417;p28"/>
          <p:cNvSpPr/>
          <p:nvPr/>
        </p:nvSpPr>
        <p:spPr>
          <a:xfrm>
            <a:off x="-253986" y="3400902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8" name="Google Shape;2418;p28"/>
          <p:cNvSpPr/>
          <p:nvPr/>
        </p:nvSpPr>
        <p:spPr>
          <a:xfrm>
            <a:off x="9011213" y="3758046"/>
            <a:ext cx="141139" cy="39630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1"/>
                </a:moveTo>
                <a:lnTo>
                  <a:pt x="0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9" name="Google Shape;2419;p28"/>
          <p:cNvSpPr/>
          <p:nvPr/>
        </p:nvSpPr>
        <p:spPr>
          <a:xfrm>
            <a:off x="-377926" y="1091475"/>
            <a:ext cx="280238" cy="79198"/>
          </a:xfrm>
          <a:custGeom>
            <a:avLst/>
            <a:gdLst/>
            <a:ahLst/>
            <a:cxnLst/>
            <a:rect l="l" t="t" r="r" b="b"/>
            <a:pathLst>
              <a:path w="9207" h="2602" extrusionOk="0">
                <a:moveTo>
                  <a:pt x="0" y="0"/>
                </a:moveTo>
                <a:lnTo>
                  <a:pt x="0" y="2602"/>
                </a:lnTo>
                <a:lnTo>
                  <a:pt x="9207" y="2602"/>
                </a:lnTo>
                <a:lnTo>
                  <a:pt x="92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0" name="Google Shape;2420;p28"/>
          <p:cNvSpPr/>
          <p:nvPr/>
        </p:nvSpPr>
        <p:spPr>
          <a:xfrm>
            <a:off x="248246" y="47038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1" name="Google Shape;2421;p28"/>
          <p:cNvSpPr/>
          <p:nvPr/>
        </p:nvSpPr>
        <p:spPr>
          <a:xfrm>
            <a:off x="9100564" y="4992687"/>
            <a:ext cx="281273" cy="7922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2" name="Google Shape;2422;p28"/>
          <p:cNvSpPr/>
          <p:nvPr/>
        </p:nvSpPr>
        <p:spPr>
          <a:xfrm>
            <a:off x="313287" y="5124118"/>
            <a:ext cx="151628" cy="42566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3" name="Google Shape;2423;p28"/>
          <p:cNvSpPr/>
          <p:nvPr/>
        </p:nvSpPr>
        <p:spPr>
          <a:xfrm>
            <a:off x="-398556" y="2162781"/>
            <a:ext cx="629313" cy="62150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4" name="Google Shape;2424;p28"/>
          <p:cNvSpPr/>
          <p:nvPr/>
        </p:nvSpPr>
        <p:spPr>
          <a:xfrm>
            <a:off x="8914877" y="4465237"/>
            <a:ext cx="266117" cy="42566"/>
          </a:xfrm>
          <a:custGeom>
            <a:avLst/>
            <a:gdLst/>
            <a:ahLst/>
            <a:cxnLst/>
            <a:rect l="l" t="t" r="r" b="b"/>
            <a:pathLst>
              <a:path w="8140" h="1302" extrusionOk="0">
                <a:moveTo>
                  <a:pt x="1" y="1"/>
                </a:moveTo>
                <a:lnTo>
                  <a:pt x="1" y="1301"/>
                </a:lnTo>
                <a:lnTo>
                  <a:pt x="8140" y="1301"/>
                </a:lnTo>
                <a:lnTo>
                  <a:pt x="8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5" name="Google Shape;2425;p28"/>
          <p:cNvSpPr/>
          <p:nvPr/>
        </p:nvSpPr>
        <p:spPr>
          <a:xfrm>
            <a:off x="8752265" y="4496288"/>
            <a:ext cx="234503" cy="38218"/>
          </a:xfrm>
          <a:custGeom>
            <a:avLst/>
            <a:gdLst/>
            <a:ahLst/>
            <a:cxnLst/>
            <a:rect l="l" t="t" r="r" b="b"/>
            <a:pathLst>
              <a:path w="7173" h="1169" extrusionOk="0">
                <a:moveTo>
                  <a:pt x="1" y="1"/>
                </a:moveTo>
                <a:lnTo>
                  <a:pt x="1" y="1168"/>
                </a:lnTo>
                <a:lnTo>
                  <a:pt x="7172" y="1168"/>
                </a:lnTo>
                <a:lnTo>
                  <a:pt x="71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6" name="Google Shape;2426;p28"/>
          <p:cNvSpPr/>
          <p:nvPr/>
        </p:nvSpPr>
        <p:spPr>
          <a:xfrm>
            <a:off x="9070484" y="4590475"/>
            <a:ext cx="531178" cy="74229"/>
          </a:xfrm>
          <a:custGeom>
            <a:avLst/>
            <a:gdLst/>
            <a:ahLst/>
            <a:cxnLst/>
            <a:rect l="l" t="t" r="r" b="b"/>
            <a:pathLst>
              <a:path w="24752" h="2270" extrusionOk="0">
                <a:moveTo>
                  <a:pt x="1" y="1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7" name="Google Shape;2427;p28"/>
          <p:cNvSpPr/>
          <p:nvPr/>
        </p:nvSpPr>
        <p:spPr>
          <a:xfrm>
            <a:off x="-354569" y="4742224"/>
            <a:ext cx="80750" cy="2295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8" name="Google Shape;2428;p28"/>
          <p:cNvSpPr/>
          <p:nvPr/>
        </p:nvSpPr>
        <p:spPr>
          <a:xfrm>
            <a:off x="134275" y="1004838"/>
            <a:ext cx="151639" cy="71724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9" name="Google Shape;2429;p28"/>
          <p:cNvSpPr/>
          <p:nvPr/>
        </p:nvSpPr>
        <p:spPr>
          <a:xfrm>
            <a:off x="-279868" y="4863824"/>
            <a:ext cx="302111" cy="8509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1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0" name="Google Shape;2430;p28"/>
          <p:cNvSpPr/>
          <p:nvPr/>
        </p:nvSpPr>
        <p:spPr>
          <a:xfrm>
            <a:off x="-49221" y="5071568"/>
            <a:ext cx="133091" cy="38185"/>
          </a:xfrm>
          <a:custGeom>
            <a:avLst/>
            <a:gdLst/>
            <a:ahLst/>
            <a:cxnLst/>
            <a:rect l="l" t="t" r="r" b="b"/>
            <a:pathLst>
              <a:path w="4071" h="1168" extrusionOk="0">
                <a:moveTo>
                  <a:pt x="1" y="0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1" name="Google Shape;2431;p28"/>
          <p:cNvSpPr/>
          <p:nvPr/>
        </p:nvSpPr>
        <p:spPr>
          <a:xfrm>
            <a:off x="62260" y="4556447"/>
            <a:ext cx="181549" cy="2810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2" name="Google Shape;2432;p28"/>
          <p:cNvSpPr/>
          <p:nvPr/>
        </p:nvSpPr>
        <p:spPr>
          <a:xfrm>
            <a:off x="-123731" y="4182124"/>
            <a:ext cx="81829" cy="2291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3" name="Google Shape;2433;p28"/>
          <p:cNvSpPr/>
          <p:nvPr/>
        </p:nvSpPr>
        <p:spPr>
          <a:xfrm>
            <a:off x="-152408" y="4496836"/>
            <a:ext cx="134170" cy="37139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4" name="Google Shape;2434;p28"/>
          <p:cNvSpPr/>
          <p:nvPr/>
        </p:nvSpPr>
        <p:spPr>
          <a:xfrm>
            <a:off x="8831074" y="1511100"/>
            <a:ext cx="960254" cy="52948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1" y="0"/>
                </a:moveTo>
                <a:lnTo>
                  <a:pt x="1" y="2235"/>
                </a:lnTo>
                <a:lnTo>
                  <a:pt x="24752" y="2235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5" name="Google Shape;2435;p28"/>
          <p:cNvSpPr/>
          <p:nvPr/>
        </p:nvSpPr>
        <p:spPr>
          <a:xfrm>
            <a:off x="8607795" y="698109"/>
            <a:ext cx="181549" cy="62174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6" name="Google Shape;2436;p28"/>
          <p:cNvSpPr/>
          <p:nvPr/>
        </p:nvSpPr>
        <p:spPr>
          <a:xfrm>
            <a:off x="8597400" y="124237"/>
            <a:ext cx="302111" cy="62153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0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7" name="Google Shape;2437;p28"/>
          <p:cNvSpPr/>
          <p:nvPr/>
        </p:nvSpPr>
        <p:spPr>
          <a:xfrm>
            <a:off x="8972121" y="1455973"/>
            <a:ext cx="276620" cy="67727"/>
          </a:xfrm>
          <a:custGeom>
            <a:avLst/>
            <a:gdLst/>
            <a:ahLst/>
            <a:cxnLst/>
            <a:rect l="l" t="t" r="r" b="b"/>
            <a:pathLst>
              <a:path w="4637" h="2937" extrusionOk="0">
                <a:moveTo>
                  <a:pt x="0" y="1"/>
                </a:moveTo>
                <a:lnTo>
                  <a:pt x="0" y="2936"/>
                </a:lnTo>
                <a:lnTo>
                  <a:pt x="4637" y="2936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8" name="Google Shape;2438;p28"/>
          <p:cNvSpPr/>
          <p:nvPr/>
        </p:nvSpPr>
        <p:spPr>
          <a:xfrm>
            <a:off x="8873024" y="1879671"/>
            <a:ext cx="133058" cy="38218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9" name="Google Shape;2439;p28"/>
          <p:cNvSpPr/>
          <p:nvPr/>
        </p:nvSpPr>
        <p:spPr>
          <a:xfrm>
            <a:off x="-579762" y="2863401"/>
            <a:ext cx="531122" cy="74225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2"/>
                </a:lnTo>
                <a:lnTo>
                  <a:pt x="16245" y="2602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0" name="Google Shape;2440;p28"/>
          <p:cNvSpPr/>
          <p:nvPr/>
        </p:nvSpPr>
        <p:spPr>
          <a:xfrm>
            <a:off x="-387275" y="386675"/>
            <a:ext cx="629320" cy="42549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1" y="0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1" name="Google Shape;2441;p28"/>
          <p:cNvSpPr/>
          <p:nvPr/>
        </p:nvSpPr>
        <p:spPr>
          <a:xfrm>
            <a:off x="9233900" y="2021250"/>
            <a:ext cx="204350" cy="32550"/>
          </a:xfrm>
          <a:custGeom>
            <a:avLst/>
            <a:gdLst/>
            <a:ahLst/>
            <a:cxnLst/>
            <a:rect l="l" t="t" r="r" b="b"/>
            <a:pathLst>
              <a:path w="8174" h="1302" extrusionOk="0">
                <a:moveTo>
                  <a:pt x="1" y="1"/>
                </a:moveTo>
                <a:lnTo>
                  <a:pt x="1" y="1302"/>
                </a:lnTo>
                <a:lnTo>
                  <a:pt x="8173" y="1302"/>
                </a:lnTo>
                <a:lnTo>
                  <a:pt x="817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2" name="Google Shape;2442;p28"/>
          <p:cNvSpPr/>
          <p:nvPr/>
        </p:nvSpPr>
        <p:spPr>
          <a:xfrm>
            <a:off x="9108125" y="2921650"/>
            <a:ext cx="406150" cy="65075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3"/>
                </a:lnTo>
                <a:lnTo>
                  <a:pt x="16245" y="2603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3" name="Google Shape;2443;p28"/>
          <p:cNvSpPr/>
          <p:nvPr/>
        </p:nvSpPr>
        <p:spPr>
          <a:xfrm>
            <a:off x="8875325" y="3611550"/>
            <a:ext cx="128450" cy="35900"/>
          </a:xfrm>
          <a:custGeom>
            <a:avLst/>
            <a:gdLst/>
            <a:ahLst/>
            <a:cxnLst/>
            <a:rect l="l" t="t" r="r" b="b"/>
            <a:pathLst>
              <a:path w="5138" h="1436" extrusionOk="0">
                <a:moveTo>
                  <a:pt x="1" y="1"/>
                </a:moveTo>
                <a:lnTo>
                  <a:pt x="1" y="1435"/>
                </a:lnTo>
                <a:lnTo>
                  <a:pt x="5138" y="1435"/>
                </a:lnTo>
                <a:lnTo>
                  <a:pt x="5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4" name="Google Shape;2444;p28"/>
          <p:cNvSpPr/>
          <p:nvPr/>
        </p:nvSpPr>
        <p:spPr>
          <a:xfrm rot="10800000" flipH="1">
            <a:off x="8738100" y="3387914"/>
            <a:ext cx="181552" cy="32125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5" name="Google Shape;2445;p28"/>
          <p:cNvSpPr/>
          <p:nvPr/>
        </p:nvSpPr>
        <p:spPr>
          <a:xfrm>
            <a:off x="8756925" y="5015900"/>
            <a:ext cx="225175" cy="36725"/>
          </a:xfrm>
          <a:custGeom>
            <a:avLst/>
            <a:gdLst/>
            <a:ahLst/>
            <a:cxnLst/>
            <a:rect l="l" t="t" r="r" b="b"/>
            <a:pathLst>
              <a:path w="9007" h="1469" extrusionOk="0">
                <a:moveTo>
                  <a:pt x="0" y="0"/>
                </a:moveTo>
                <a:lnTo>
                  <a:pt x="0" y="1468"/>
                </a:lnTo>
                <a:lnTo>
                  <a:pt x="9007" y="1468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6" name="Google Shape;2446;p28"/>
          <p:cNvSpPr/>
          <p:nvPr/>
        </p:nvSpPr>
        <p:spPr>
          <a:xfrm rot="-5400000" flipH="1">
            <a:off x="2459211" y="-277785"/>
            <a:ext cx="1237974" cy="30976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7" name="Google Shape;2447;p28"/>
          <p:cNvSpPr/>
          <p:nvPr/>
        </p:nvSpPr>
        <p:spPr>
          <a:xfrm rot="5400000">
            <a:off x="5577069" y="302056"/>
            <a:ext cx="131305" cy="43126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8" name="Google Shape;2448;p28"/>
          <p:cNvSpPr/>
          <p:nvPr/>
        </p:nvSpPr>
        <p:spPr>
          <a:xfrm rot="5400000">
            <a:off x="3169360" y="292600"/>
            <a:ext cx="244576" cy="39085"/>
          </a:xfrm>
          <a:custGeom>
            <a:avLst/>
            <a:gdLst/>
            <a:ahLst/>
            <a:cxnLst/>
            <a:rect l="l" t="t" r="r" b="b"/>
            <a:pathLst>
              <a:path w="8141" h="1301" extrusionOk="0">
                <a:moveTo>
                  <a:pt x="1" y="0"/>
                </a:moveTo>
                <a:lnTo>
                  <a:pt x="1" y="1301"/>
                </a:lnTo>
                <a:lnTo>
                  <a:pt x="8140" y="1301"/>
                </a:lnTo>
                <a:lnTo>
                  <a:pt x="81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9" name="Google Shape;2449;p28"/>
          <p:cNvSpPr/>
          <p:nvPr/>
        </p:nvSpPr>
        <p:spPr>
          <a:xfrm rot="5400000">
            <a:off x="2968732" y="-296311"/>
            <a:ext cx="577267" cy="56149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0" y="0"/>
                </a:moveTo>
                <a:lnTo>
                  <a:pt x="0" y="1868"/>
                </a:lnTo>
                <a:lnTo>
                  <a:pt x="19214" y="1868"/>
                </a:lnTo>
                <a:lnTo>
                  <a:pt x="192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0" name="Google Shape;2450;p28"/>
          <p:cNvSpPr/>
          <p:nvPr/>
        </p:nvSpPr>
        <p:spPr>
          <a:xfrm rot="5400000">
            <a:off x="2209039" y="164437"/>
            <a:ext cx="378243" cy="55151"/>
          </a:xfrm>
          <a:custGeom>
            <a:avLst/>
            <a:gdLst/>
            <a:ahLst/>
            <a:cxnLst/>
            <a:rect l="l" t="t" r="r" b="b"/>
            <a:pathLst>
              <a:path w="16279" h="2603" extrusionOk="0">
                <a:moveTo>
                  <a:pt x="0" y="0"/>
                </a:moveTo>
                <a:lnTo>
                  <a:pt x="0" y="2602"/>
                </a:lnTo>
                <a:lnTo>
                  <a:pt x="16278" y="2602"/>
                </a:lnTo>
                <a:lnTo>
                  <a:pt x="16278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1" name="Google Shape;2451;p28"/>
          <p:cNvSpPr/>
          <p:nvPr/>
        </p:nvSpPr>
        <p:spPr>
          <a:xfrm rot="-5400000" flipH="1">
            <a:off x="6294916" y="61539"/>
            <a:ext cx="681471" cy="40074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2" name="Google Shape;2452;p28"/>
          <p:cNvSpPr/>
          <p:nvPr/>
        </p:nvSpPr>
        <p:spPr>
          <a:xfrm rot="5400000">
            <a:off x="4750576" y="309438"/>
            <a:ext cx="216486" cy="35120"/>
          </a:xfrm>
          <a:custGeom>
            <a:avLst/>
            <a:gdLst/>
            <a:ahLst/>
            <a:cxnLst/>
            <a:rect l="l" t="t" r="r" b="b"/>
            <a:pathLst>
              <a:path w="7206" h="1169" extrusionOk="0">
                <a:moveTo>
                  <a:pt x="0" y="1"/>
                </a:moveTo>
                <a:lnTo>
                  <a:pt x="0" y="1168"/>
                </a:lnTo>
                <a:lnTo>
                  <a:pt x="7205" y="1168"/>
                </a:lnTo>
                <a:lnTo>
                  <a:pt x="720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3" name="Google Shape;2453;p28"/>
          <p:cNvSpPr/>
          <p:nvPr/>
        </p:nvSpPr>
        <p:spPr>
          <a:xfrm rot="-5400000" flipH="1">
            <a:off x="3642154" y="-245900"/>
            <a:ext cx="743577" cy="28099"/>
          </a:xfrm>
          <a:custGeom>
            <a:avLst/>
            <a:gdLst/>
            <a:ahLst/>
            <a:cxnLst/>
            <a:rect l="l" t="t" r="r" b="b"/>
            <a:pathLst>
              <a:path w="43465" h="702" extrusionOk="0">
                <a:moveTo>
                  <a:pt x="0" y="1"/>
                </a:moveTo>
                <a:lnTo>
                  <a:pt x="0" y="701"/>
                </a:lnTo>
                <a:lnTo>
                  <a:pt x="43465" y="701"/>
                </a:lnTo>
                <a:lnTo>
                  <a:pt x="4346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4" name="Google Shape;2454;p28"/>
          <p:cNvSpPr/>
          <p:nvPr/>
        </p:nvSpPr>
        <p:spPr>
          <a:xfrm rot="5400000">
            <a:off x="3853124" y="-790871"/>
            <a:ext cx="74205" cy="2109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5" name="Google Shape;2455;p28"/>
          <p:cNvSpPr/>
          <p:nvPr/>
        </p:nvSpPr>
        <p:spPr>
          <a:xfrm rot="5400000">
            <a:off x="3680766" y="-532469"/>
            <a:ext cx="139307" cy="39115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0"/>
                </a:moveTo>
                <a:lnTo>
                  <a:pt x="0" y="1301"/>
                </a:lnTo>
                <a:lnTo>
                  <a:pt x="4637" y="1301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6" name="Google Shape;2456;p28"/>
          <p:cNvSpPr/>
          <p:nvPr/>
        </p:nvSpPr>
        <p:spPr>
          <a:xfrm rot="5400000">
            <a:off x="3516405" y="-220109"/>
            <a:ext cx="328755" cy="56149"/>
          </a:xfrm>
          <a:custGeom>
            <a:avLst/>
            <a:gdLst/>
            <a:ahLst/>
            <a:cxnLst/>
            <a:rect l="l" t="t" r="r" b="b"/>
            <a:pathLst>
              <a:path w="10943" h="1869" extrusionOk="0">
                <a:moveTo>
                  <a:pt x="1" y="1"/>
                </a:moveTo>
                <a:lnTo>
                  <a:pt x="1" y="1869"/>
                </a:lnTo>
                <a:lnTo>
                  <a:pt x="10942" y="1869"/>
                </a:lnTo>
                <a:lnTo>
                  <a:pt x="1094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7" name="Google Shape;2457;p28"/>
          <p:cNvSpPr/>
          <p:nvPr/>
        </p:nvSpPr>
        <p:spPr>
          <a:xfrm rot="5400000">
            <a:off x="3717331" y="-821424"/>
            <a:ext cx="122303" cy="34098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8" name="Google Shape;2458;p28"/>
          <p:cNvSpPr/>
          <p:nvPr/>
        </p:nvSpPr>
        <p:spPr>
          <a:xfrm rot="5400000">
            <a:off x="4141740" y="-125467"/>
            <a:ext cx="681484" cy="55151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9" name="Google Shape;2459;p28"/>
          <p:cNvSpPr/>
          <p:nvPr/>
        </p:nvSpPr>
        <p:spPr>
          <a:xfrm rot="5400000">
            <a:off x="4363215" y="-290813"/>
            <a:ext cx="74205" cy="2109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0" name="Google Shape;2460;p28"/>
          <p:cNvSpPr/>
          <p:nvPr/>
        </p:nvSpPr>
        <p:spPr>
          <a:xfrm rot="5400000">
            <a:off x="4559137" y="-619013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1" name="Google Shape;2461;p28"/>
          <p:cNvSpPr/>
          <p:nvPr/>
        </p:nvSpPr>
        <p:spPr>
          <a:xfrm rot="5400000">
            <a:off x="4152272" y="-448642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2" name="Google Shape;2462;p28"/>
          <p:cNvSpPr/>
          <p:nvPr/>
        </p:nvSpPr>
        <p:spPr>
          <a:xfrm rot="5400000">
            <a:off x="4192363" y="69541"/>
            <a:ext cx="139337" cy="39115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3" name="Google Shape;2463;p28"/>
          <p:cNvSpPr/>
          <p:nvPr/>
        </p:nvSpPr>
        <p:spPr>
          <a:xfrm rot="5400000">
            <a:off x="4386228" y="-107404"/>
            <a:ext cx="139337" cy="88205"/>
          </a:xfrm>
          <a:custGeom>
            <a:avLst/>
            <a:gdLst/>
            <a:ahLst/>
            <a:cxnLst/>
            <a:rect l="l" t="t" r="r" b="b"/>
            <a:pathLst>
              <a:path w="4638" h="2936" extrusionOk="0">
                <a:moveTo>
                  <a:pt x="1" y="0"/>
                </a:moveTo>
                <a:lnTo>
                  <a:pt x="1" y="2936"/>
                </a:lnTo>
                <a:lnTo>
                  <a:pt x="4637" y="2936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4" name="Google Shape;2464;p28"/>
          <p:cNvSpPr/>
          <p:nvPr/>
        </p:nvSpPr>
        <p:spPr>
          <a:xfrm rot="5400000">
            <a:off x="5548686" y="-375964"/>
            <a:ext cx="276631" cy="77179"/>
          </a:xfrm>
          <a:custGeom>
            <a:avLst/>
            <a:gdLst/>
            <a:ahLst/>
            <a:cxnLst/>
            <a:rect l="l" t="t" r="r" b="b"/>
            <a:pathLst>
              <a:path w="9208" h="2569" extrusionOk="0">
                <a:moveTo>
                  <a:pt x="1" y="0"/>
                </a:moveTo>
                <a:lnTo>
                  <a:pt x="1" y="2569"/>
                </a:lnTo>
                <a:lnTo>
                  <a:pt x="9207" y="2569"/>
                </a:lnTo>
                <a:lnTo>
                  <a:pt x="920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5" name="Google Shape;2465;p28"/>
          <p:cNvSpPr/>
          <p:nvPr/>
        </p:nvSpPr>
        <p:spPr>
          <a:xfrm rot="5400000">
            <a:off x="4226432" y="-321367"/>
            <a:ext cx="122303" cy="34098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1"/>
                </a:moveTo>
                <a:lnTo>
                  <a:pt x="1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6" name="Google Shape;2466;p28"/>
          <p:cNvSpPr/>
          <p:nvPr/>
        </p:nvSpPr>
        <p:spPr>
          <a:xfrm rot="5400000">
            <a:off x="5091468" y="71276"/>
            <a:ext cx="139319" cy="56148"/>
          </a:xfrm>
          <a:custGeom>
            <a:avLst/>
            <a:gdLst/>
            <a:ahLst/>
            <a:cxnLst/>
            <a:rect l="l" t="t" r="r" b="b"/>
            <a:pathLst>
              <a:path w="4637" h="2970" extrusionOk="0">
                <a:moveTo>
                  <a:pt x="0" y="1"/>
                </a:moveTo>
                <a:lnTo>
                  <a:pt x="0" y="2969"/>
                </a:lnTo>
                <a:lnTo>
                  <a:pt x="4637" y="2969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7" name="Google Shape;2467;p28"/>
          <p:cNvSpPr/>
          <p:nvPr/>
        </p:nvSpPr>
        <p:spPr>
          <a:xfrm rot="5400000">
            <a:off x="5921020" y="-55651"/>
            <a:ext cx="122273" cy="35120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8" name="Google Shape;2468;p28"/>
          <p:cNvSpPr/>
          <p:nvPr/>
        </p:nvSpPr>
        <p:spPr>
          <a:xfrm rot="5400000">
            <a:off x="2692126" y="-259424"/>
            <a:ext cx="271592" cy="55146"/>
          </a:xfrm>
          <a:custGeom>
            <a:avLst/>
            <a:gdLst/>
            <a:ahLst/>
            <a:cxnLst/>
            <a:rect l="l" t="t" r="r" b="b"/>
            <a:pathLst>
              <a:path w="9041" h="4137" extrusionOk="0">
                <a:moveTo>
                  <a:pt x="0" y="0"/>
                </a:moveTo>
                <a:lnTo>
                  <a:pt x="0" y="4137"/>
                </a:lnTo>
                <a:lnTo>
                  <a:pt x="9040" y="4137"/>
                </a:lnTo>
                <a:lnTo>
                  <a:pt x="90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9" name="Google Shape;2469;p28"/>
          <p:cNvSpPr/>
          <p:nvPr/>
        </p:nvSpPr>
        <p:spPr>
          <a:xfrm rot="5400000">
            <a:off x="6152896" y="82862"/>
            <a:ext cx="298720" cy="32987"/>
          </a:xfrm>
          <a:custGeom>
            <a:avLst/>
            <a:gdLst/>
            <a:ahLst/>
            <a:cxnLst/>
            <a:rect l="l" t="t" r="r" b="b"/>
            <a:pathLst>
              <a:path w="10041" h="1268" extrusionOk="0">
                <a:moveTo>
                  <a:pt x="0" y="0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0" name="Google Shape;2470;p28"/>
          <p:cNvSpPr/>
          <p:nvPr/>
        </p:nvSpPr>
        <p:spPr>
          <a:xfrm rot="5400000">
            <a:off x="4368510" y="117290"/>
            <a:ext cx="614308" cy="6685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1" name="Google Shape;2471;p28"/>
          <p:cNvSpPr/>
          <p:nvPr/>
        </p:nvSpPr>
        <p:spPr>
          <a:xfrm rot="5400000">
            <a:off x="6060936" y="-258322"/>
            <a:ext cx="1685100" cy="52965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6"/>
                </a:lnTo>
                <a:lnTo>
                  <a:pt x="56641" y="4036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2" name="Google Shape;2472;p28"/>
          <p:cNvSpPr/>
          <p:nvPr/>
        </p:nvSpPr>
        <p:spPr>
          <a:xfrm rot="5400000">
            <a:off x="5462898" y="8904"/>
            <a:ext cx="753401" cy="22925"/>
          </a:xfrm>
          <a:custGeom>
            <a:avLst/>
            <a:gdLst/>
            <a:ahLst/>
            <a:cxnLst/>
            <a:rect l="l" t="t" r="r" b="b"/>
            <a:pathLst>
              <a:path w="10041" h="1235" extrusionOk="0">
                <a:moveTo>
                  <a:pt x="0" y="0"/>
                </a:moveTo>
                <a:lnTo>
                  <a:pt x="0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3" name="Google Shape;2473;p28"/>
          <p:cNvSpPr/>
          <p:nvPr/>
        </p:nvSpPr>
        <p:spPr>
          <a:xfrm rot="5400000">
            <a:off x="2504128" y="236749"/>
            <a:ext cx="489269" cy="28102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0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4" name="Google Shape;2474;p28"/>
          <p:cNvSpPr/>
          <p:nvPr/>
        </p:nvSpPr>
        <p:spPr>
          <a:xfrm rot="5400000">
            <a:off x="6147106" y="-400504"/>
            <a:ext cx="489269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0" y="0"/>
                </a:moveTo>
                <a:lnTo>
                  <a:pt x="0" y="2068"/>
                </a:lnTo>
                <a:lnTo>
                  <a:pt x="16445" y="2068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5" name="Google Shape;2475;p28"/>
          <p:cNvSpPr/>
          <p:nvPr/>
        </p:nvSpPr>
        <p:spPr>
          <a:xfrm rot="5400000">
            <a:off x="3390802" y="-115020"/>
            <a:ext cx="297728" cy="52967"/>
          </a:xfrm>
          <a:custGeom>
            <a:avLst/>
            <a:gdLst/>
            <a:ahLst/>
            <a:cxnLst/>
            <a:rect l="l" t="t" r="r" b="b"/>
            <a:pathLst>
              <a:path w="45734" h="3537" extrusionOk="0">
                <a:moveTo>
                  <a:pt x="1" y="1"/>
                </a:moveTo>
                <a:lnTo>
                  <a:pt x="1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6" name="Google Shape;2476;p28"/>
          <p:cNvSpPr/>
          <p:nvPr/>
        </p:nvSpPr>
        <p:spPr>
          <a:xfrm rot="5400000">
            <a:off x="5015019" y="-163169"/>
            <a:ext cx="614308" cy="36377"/>
          </a:xfrm>
          <a:custGeom>
            <a:avLst/>
            <a:gdLst/>
            <a:ahLst/>
            <a:cxnLst/>
            <a:rect l="l" t="t" r="r" b="b"/>
            <a:pathLst>
              <a:path w="20649" h="2603" extrusionOk="0">
                <a:moveTo>
                  <a:pt x="0" y="0"/>
                </a:moveTo>
                <a:lnTo>
                  <a:pt x="0" y="2602"/>
                </a:lnTo>
                <a:lnTo>
                  <a:pt x="20648" y="2602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7" name="Google Shape;2477;p28"/>
          <p:cNvSpPr/>
          <p:nvPr/>
        </p:nvSpPr>
        <p:spPr>
          <a:xfrm rot="5400000">
            <a:off x="1950895" y="-245879"/>
            <a:ext cx="1129158" cy="28098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7"/>
                </a:lnTo>
                <a:lnTo>
                  <a:pt x="56641" y="4037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8" name="Google Shape;2478;p28"/>
          <p:cNvSpPr/>
          <p:nvPr/>
        </p:nvSpPr>
        <p:spPr>
          <a:xfrm rot="5400000">
            <a:off x="2017587" y="285664"/>
            <a:ext cx="390148" cy="52952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1" y="1"/>
                </a:moveTo>
                <a:lnTo>
                  <a:pt x="1" y="2603"/>
                </a:lnTo>
                <a:lnTo>
                  <a:pt x="16246" y="2603"/>
                </a:lnTo>
                <a:lnTo>
                  <a:pt x="162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9" name="Google Shape;2479;p28"/>
          <p:cNvSpPr/>
          <p:nvPr/>
        </p:nvSpPr>
        <p:spPr>
          <a:xfrm rot="5400000">
            <a:off x="2739447" y="156039"/>
            <a:ext cx="390153" cy="69074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0" y="1"/>
                </a:moveTo>
                <a:lnTo>
                  <a:pt x="0" y="2269"/>
                </a:lnTo>
                <a:lnTo>
                  <a:pt x="24751" y="2269"/>
                </a:lnTo>
                <a:lnTo>
                  <a:pt x="2475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0" name="Google Shape;2480;p28"/>
          <p:cNvSpPr/>
          <p:nvPr/>
        </p:nvSpPr>
        <p:spPr>
          <a:xfrm rot="5400000">
            <a:off x="5063763" y="-455899"/>
            <a:ext cx="966397" cy="35599"/>
          </a:xfrm>
          <a:custGeom>
            <a:avLst/>
            <a:gdLst/>
            <a:ahLst/>
            <a:cxnLst/>
            <a:rect l="l" t="t" r="r" b="b"/>
            <a:pathLst>
              <a:path w="42465" h="1135" extrusionOk="0">
                <a:moveTo>
                  <a:pt x="1" y="0"/>
                </a:moveTo>
                <a:lnTo>
                  <a:pt x="1" y="1134"/>
                </a:lnTo>
                <a:lnTo>
                  <a:pt x="42464" y="1134"/>
                </a:lnTo>
                <a:lnTo>
                  <a:pt x="4246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1" name="Google Shape;2481;p28"/>
          <p:cNvSpPr/>
          <p:nvPr/>
        </p:nvSpPr>
        <p:spPr>
          <a:xfrm rot="-5400000" flipH="1">
            <a:off x="5185881" y="238442"/>
            <a:ext cx="489103" cy="30152"/>
          </a:xfrm>
          <a:custGeom>
            <a:avLst/>
            <a:gdLst/>
            <a:ahLst/>
            <a:cxnLst/>
            <a:rect l="l" t="t" r="r" b="b"/>
            <a:pathLst>
              <a:path w="5004" h="2336" extrusionOk="0">
                <a:moveTo>
                  <a:pt x="0" y="1"/>
                </a:moveTo>
                <a:lnTo>
                  <a:pt x="0" y="2336"/>
                </a:lnTo>
                <a:lnTo>
                  <a:pt x="5004" y="2336"/>
                </a:lnTo>
                <a:lnTo>
                  <a:pt x="50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2" name="Google Shape;2482;p28"/>
          <p:cNvSpPr/>
          <p:nvPr/>
        </p:nvSpPr>
        <p:spPr>
          <a:xfrm rot="5400000">
            <a:off x="5680938" y="33768"/>
            <a:ext cx="137091" cy="39630"/>
          </a:xfrm>
          <a:custGeom>
            <a:avLst/>
            <a:gdLst/>
            <a:ahLst/>
            <a:cxnLst/>
            <a:rect l="l" t="t" r="r" b="b"/>
            <a:pathLst>
              <a:path w="4504" h="1302" extrusionOk="0">
                <a:moveTo>
                  <a:pt x="0" y="1"/>
                </a:moveTo>
                <a:lnTo>
                  <a:pt x="0" y="1302"/>
                </a:lnTo>
                <a:lnTo>
                  <a:pt x="4503" y="1302"/>
                </a:lnTo>
                <a:lnTo>
                  <a:pt x="45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3" name="Google Shape;2483;p28"/>
          <p:cNvSpPr/>
          <p:nvPr/>
        </p:nvSpPr>
        <p:spPr>
          <a:xfrm rot="5400000">
            <a:off x="6414299" y="-132722"/>
            <a:ext cx="137091" cy="88360"/>
          </a:xfrm>
          <a:custGeom>
            <a:avLst/>
            <a:gdLst/>
            <a:ahLst/>
            <a:cxnLst/>
            <a:rect l="l" t="t" r="r" b="b"/>
            <a:pathLst>
              <a:path w="4504" h="2903" extrusionOk="0">
                <a:moveTo>
                  <a:pt x="0" y="0"/>
                </a:moveTo>
                <a:lnTo>
                  <a:pt x="0" y="2902"/>
                </a:lnTo>
                <a:lnTo>
                  <a:pt x="4503" y="2902"/>
                </a:lnTo>
                <a:lnTo>
                  <a:pt x="4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4" name="Google Shape;2484;p28"/>
          <p:cNvSpPr/>
          <p:nvPr/>
        </p:nvSpPr>
        <p:spPr>
          <a:xfrm rot="5400000">
            <a:off x="6916297" y="-127132"/>
            <a:ext cx="274151" cy="77190"/>
          </a:xfrm>
          <a:custGeom>
            <a:avLst/>
            <a:gdLst/>
            <a:ahLst/>
            <a:cxnLst/>
            <a:rect l="l" t="t" r="r" b="b"/>
            <a:pathLst>
              <a:path w="9007" h="2536" extrusionOk="0">
                <a:moveTo>
                  <a:pt x="0" y="0"/>
                </a:moveTo>
                <a:lnTo>
                  <a:pt x="0" y="2535"/>
                </a:lnTo>
                <a:lnTo>
                  <a:pt x="9006" y="2535"/>
                </a:lnTo>
                <a:lnTo>
                  <a:pt x="900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5" name="Google Shape;2485;p28"/>
          <p:cNvSpPr/>
          <p:nvPr/>
        </p:nvSpPr>
        <p:spPr>
          <a:xfrm rot="5400000">
            <a:off x="3866274" y="-83917"/>
            <a:ext cx="76155" cy="21337"/>
          </a:xfrm>
          <a:custGeom>
            <a:avLst/>
            <a:gdLst/>
            <a:ahLst/>
            <a:cxnLst/>
            <a:rect l="l" t="t" r="r" b="b"/>
            <a:pathLst>
              <a:path w="2502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6" name="Google Shape;2486;p28"/>
          <p:cNvSpPr/>
          <p:nvPr/>
        </p:nvSpPr>
        <p:spPr>
          <a:xfrm rot="5400000">
            <a:off x="3377843" y="88679"/>
            <a:ext cx="76185" cy="2133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7" name="Google Shape;2487;p28"/>
          <p:cNvSpPr/>
          <p:nvPr/>
        </p:nvSpPr>
        <p:spPr>
          <a:xfrm rot="5400000">
            <a:off x="3677058" y="129154"/>
            <a:ext cx="280228" cy="43124"/>
          </a:xfrm>
          <a:custGeom>
            <a:avLst/>
            <a:gdLst/>
            <a:ahLst/>
            <a:cxnLst/>
            <a:rect l="l" t="t" r="r" b="b"/>
            <a:pathLst>
              <a:path w="4638" h="2970" extrusionOk="0">
                <a:moveTo>
                  <a:pt x="1" y="1"/>
                </a:moveTo>
                <a:lnTo>
                  <a:pt x="1" y="2970"/>
                </a:lnTo>
                <a:lnTo>
                  <a:pt x="4638" y="2970"/>
                </a:lnTo>
                <a:lnTo>
                  <a:pt x="46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8" name="Google Shape;2488;p28"/>
          <p:cNvSpPr/>
          <p:nvPr/>
        </p:nvSpPr>
        <p:spPr>
          <a:xfrm rot="5400000">
            <a:off x="3993050" y="135327"/>
            <a:ext cx="281273" cy="52952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9" name="Google Shape;2489;p28"/>
          <p:cNvSpPr/>
          <p:nvPr/>
        </p:nvSpPr>
        <p:spPr>
          <a:xfrm rot="5400000">
            <a:off x="3636316" y="90252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0" name="Google Shape;2490;p28"/>
          <p:cNvSpPr/>
          <p:nvPr/>
        </p:nvSpPr>
        <p:spPr>
          <a:xfrm rot="5400000">
            <a:off x="3698746" y="-268703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1" name="Google Shape;2491;p28"/>
          <p:cNvSpPr/>
          <p:nvPr/>
        </p:nvSpPr>
        <p:spPr>
          <a:xfrm rot="5400000">
            <a:off x="5907668" y="-336790"/>
            <a:ext cx="280238" cy="79198"/>
          </a:xfrm>
          <a:custGeom>
            <a:avLst/>
            <a:gdLst/>
            <a:ahLst/>
            <a:cxnLst/>
            <a:rect l="l" t="t" r="r" b="b"/>
            <a:pathLst>
              <a:path w="9207" h="2602" extrusionOk="0">
                <a:moveTo>
                  <a:pt x="0" y="0"/>
                </a:moveTo>
                <a:lnTo>
                  <a:pt x="0" y="2602"/>
                </a:lnTo>
                <a:lnTo>
                  <a:pt x="9207" y="2602"/>
                </a:lnTo>
                <a:lnTo>
                  <a:pt x="92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2" name="Google Shape;2492;p28"/>
          <p:cNvSpPr/>
          <p:nvPr/>
        </p:nvSpPr>
        <p:spPr>
          <a:xfrm rot="5400000">
            <a:off x="7052609" y="233529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3" name="Google Shape;2493;p28"/>
          <p:cNvSpPr/>
          <p:nvPr/>
        </p:nvSpPr>
        <p:spPr>
          <a:xfrm rot="5400000">
            <a:off x="1957646" y="308434"/>
            <a:ext cx="151628" cy="42566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4" name="Google Shape;2494;p28"/>
          <p:cNvSpPr/>
          <p:nvPr/>
        </p:nvSpPr>
        <p:spPr>
          <a:xfrm rot="5400000">
            <a:off x="4670348" y="-174358"/>
            <a:ext cx="629313" cy="62150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5" name="Google Shape;2495;p28"/>
          <p:cNvSpPr/>
          <p:nvPr/>
        </p:nvSpPr>
        <p:spPr>
          <a:xfrm rot="5400000">
            <a:off x="2384787" y="-385053"/>
            <a:ext cx="80750" cy="2295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6" name="Google Shape;2496;p28"/>
          <p:cNvSpPr/>
          <p:nvPr/>
        </p:nvSpPr>
        <p:spPr>
          <a:xfrm rot="5400000">
            <a:off x="6062341" y="114849"/>
            <a:ext cx="151639" cy="71724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7" name="Google Shape;2497;p28"/>
          <p:cNvSpPr/>
          <p:nvPr/>
        </p:nvSpPr>
        <p:spPr>
          <a:xfrm rot="5400000">
            <a:off x="2121432" y="-230745"/>
            <a:ext cx="302111" cy="8509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1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8" name="Google Shape;2498;p28"/>
          <p:cNvSpPr/>
          <p:nvPr/>
        </p:nvSpPr>
        <p:spPr>
          <a:xfrm rot="5400000">
            <a:off x="2021655" y="-61152"/>
            <a:ext cx="133091" cy="38185"/>
          </a:xfrm>
          <a:custGeom>
            <a:avLst/>
            <a:gdLst/>
            <a:ahLst/>
            <a:cxnLst/>
            <a:rect l="l" t="t" r="r" b="b"/>
            <a:pathLst>
              <a:path w="4071" h="1168" extrusionOk="0">
                <a:moveTo>
                  <a:pt x="1" y="0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9" name="Google Shape;2499;p28"/>
          <p:cNvSpPr/>
          <p:nvPr/>
        </p:nvSpPr>
        <p:spPr>
          <a:xfrm rot="5400000">
            <a:off x="2517590" y="79601"/>
            <a:ext cx="181549" cy="2810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 rot="5400000">
            <a:off x="2944363" y="-153659"/>
            <a:ext cx="81829" cy="2291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1" name="Google Shape;2501;p28"/>
          <p:cNvSpPr/>
          <p:nvPr/>
        </p:nvSpPr>
        <p:spPr>
          <a:xfrm rot="5400000">
            <a:off x="2596371" y="-163276"/>
            <a:ext cx="134170" cy="37139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2" name="Google Shape;2502;p28"/>
          <p:cNvSpPr/>
          <p:nvPr/>
        </p:nvSpPr>
        <p:spPr>
          <a:xfrm rot="5400000">
            <a:off x="4012786" y="-410698"/>
            <a:ext cx="531122" cy="74225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2"/>
                </a:lnTo>
                <a:lnTo>
                  <a:pt x="16245" y="2602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3" name="Google Shape;2503;p28"/>
          <p:cNvSpPr/>
          <p:nvPr/>
        </p:nvSpPr>
        <p:spPr>
          <a:xfrm rot="5400000">
            <a:off x="6456251" y="-153274"/>
            <a:ext cx="629320" cy="42549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1" y="0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4" name="Google Shape;2504;p28"/>
          <p:cNvSpPr/>
          <p:nvPr/>
        </p:nvSpPr>
        <p:spPr>
          <a:xfrm rot="5400000" flipH="1">
            <a:off x="5446814" y="5273581"/>
            <a:ext cx="1237974" cy="30976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5" name="Google Shape;2505;p28"/>
          <p:cNvSpPr/>
          <p:nvPr/>
        </p:nvSpPr>
        <p:spPr>
          <a:xfrm rot="-5400000">
            <a:off x="3435626" y="4681591"/>
            <a:ext cx="131305" cy="43126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6" name="Google Shape;2506;p28"/>
          <p:cNvSpPr/>
          <p:nvPr/>
        </p:nvSpPr>
        <p:spPr>
          <a:xfrm rot="-5400000">
            <a:off x="5730064" y="4695086"/>
            <a:ext cx="244576" cy="39085"/>
          </a:xfrm>
          <a:custGeom>
            <a:avLst/>
            <a:gdLst/>
            <a:ahLst/>
            <a:cxnLst/>
            <a:rect l="l" t="t" r="r" b="b"/>
            <a:pathLst>
              <a:path w="8141" h="1301" extrusionOk="0">
                <a:moveTo>
                  <a:pt x="1" y="0"/>
                </a:moveTo>
                <a:lnTo>
                  <a:pt x="1" y="1301"/>
                </a:lnTo>
                <a:lnTo>
                  <a:pt x="8140" y="1301"/>
                </a:lnTo>
                <a:lnTo>
                  <a:pt x="81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7" name="Google Shape;2507;p28"/>
          <p:cNvSpPr/>
          <p:nvPr/>
        </p:nvSpPr>
        <p:spPr>
          <a:xfrm rot="-5400000">
            <a:off x="5598001" y="5266933"/>
            <a:ext cx="577267" cy="56149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0" y="0"/>
                </a:moveTo>
                <a:lnTo>
                  <a:pt x="0" y="1868"/>
                </a:lnTo>
                <a:lnTo>
                  <a:pt x="19214" y="1868"/>
                </a:lnTo>
                <a:lnTo>
                  <a:pt x="192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8" name="Google Shape;2508;p28"/>
          <p:cNvSpPr/>
          <p:nvPr/>
        </p:nvSpPr>
        <p:spPr>
          <a:xfrm rot="-5400000">
            <a:off x="6556718" y="4807184"/>
            <a:ext cx="378243" cy="55151"/>
          </a:xfrm>
          <a:custGeom>
            <a:avLst/>
            <a:gdLst/>
            <a:ahLst/>
            <a:cxnLst/>
            <a:rect l="l" t="t" r="r" b="b"/>
            <a:pathLst>
              <a:path w="16279" h="2603" extrusionOk="0">
                <a:moveTo>
                  <a:pt x="0" y="0"/>
                </a:moveTo>
                <a:lnTo>
                  <a:pt x="0" y="2602"/>
                </a:lnTo>
                <a:lnTo>
                  <a:pt x="16278" y="2602"/>
                </a:lnTo>
                <a:lnTo>
                  <a:pt x="16278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9" name="Google Shape;2509;p28"/>
          <p:cNvSpPr/>
          <p:nvPr/>
        </p:nvSpPr>
        <p:spPr>
          <a:xfrm rot="5400000" flipH="1">
            <a:off x="2167613" y="4925158"/>
            <a:ext cx="681471" cy="40074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0" name="Google Shape;2510;p28"/>
          <p:cNvSpPr/>
          <p:nvPr/>
        </p:nvSpPr>
        <p:spPr>
          <a:xfrm rot="-5400000">
            <a:off x="4176937" y="4682214"/>
            <a:ext cx="216486" cy="35120"/>
          </a:xfrm>
          <a:custGeom>
            <a:avLst/>
            <a:gdLst/>
            <a:ahLst/>
            <a:cxnLst/>
            <a:rect l="l" t="t" r="r" b="b"/>
            <a:pathLst>
              <a:path w="7206" h="1169" extrusionOk="0">
                <a:moveTo>
                  <a:pt x="0" y="1"/>
                </a:moveTo>
                <a:lnTo>
                  <a:pt x="0" y="1168"/>
                </a:lnTo>
                <a:lnTo>
                  <a:pt x="7205" y="1168"/>
                </a:lnTo>
                <a:lnTo>
                  <a:pt x="720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1" name="Google Shape;2511;p28"/>
          <p:cNvSpPr/>
          <p:nvPr/>
        </p:nvSpPr>
        <p:spPr>
          <a:xfrm rot="5400000" flipH="1">
            <a:off x="4758269" y="5244572"/>
            <a:ext cx="743577" cy="28099"/>
          </a:xfrm>
          <a:custGeom>
            <a:avLst/>
            <a:gdLst/>
            <a:ahLst/>
            <a:cxnLst/>
            <a:rect l="l" t="t" r="r" b="b"/>
            <a:pathLst>
              <a:path w="43465" h="702" extrusionOk="0">
                <a:moveTo>
                  <a:pt x="0" y="1"/>
                </a:moveTo>
                <a:lnTo>
                  <a:pt x="0" y="701"/>
                </a:lnTo>
                <a:lnTo>
                  <a:pt x="43465" y="701"/>
                </a:lnTo>
                <a:lnTo>
                  <a:pt x="4346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2" name="Google Shape;2512;p28"/>
          <p:cNvSpPr/>
          <p:nvPr/>
        </p:nvSpPr>
        <p:spPr>
          <a:xfrm rot="-5400000">
            <a:off x="5216671" y="5796553"/>
            <a:ext cx="74205" cy="2109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3" name="Google Shape;2513;p28"/>
          <p:cNvSpPr/>
          <p:nvPr/>
        </p:nvSpPr>
        <p:spPr>
          <a:xfrm rot="-5400000">
            <a:off x="5323927" y="5520126"/>
            <a:ext cx="139307" cy="39115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0"/>
                </a:moveTo>
                <a:lnTo>
                  <a:pt x="0" y="1301"/>
                </a:lnTo>
                <a:lnTo>
                  <a:pt x="4637" y="1301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4" name="Google Shape;2514;p28"/>
          <p:cNvSpPr/>
          <p:nvPr/>
        </p:nvSpPr>
        <p:spPr>
          <a:xfrm rot="-5400000">
            <a:off x="5298840" y="5190731"/>
            <a:ext cx="328755" cy="56149"/>
          </a:xfrm>
          <a:custGeom>
            <a:avLst/>
            <a:gdLst/>
            <a:ahLst/>
            <a:cxnLst/>
            <a:rect l="l" t="t" r="r" b="b"/>
            <a:pathLst>
              <a:path w="10943" h="1869" extrusionOk="0">
                <a:moveTo>
                  <a:pt x="1" y="1"/>
                </a:moveTo>
                <a:lnTo>
                  <a:pt x="1" y="1869"/>
                </a:lnTo>
                <a:lnTo>
                  <a:pt x="10942" y="1869"/>
                </a:lnTo>
                <a:lnTo>
                  <a:pt x="1094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5" name="Google Shape;2515;p28"/>
          <p:cNvSpPr/>
          <p:nvPr/>
        </p:nvSpPr>
        <p:spPr>
          <a:xfrm rot="-5400000">
            <a:off x="5304366" y="5814098"/>
            <a:ext cx="122303" cy="34098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6" name="Google Shape;2516;p28"/>
          <p:cNvSpPr/>
          <p:nvPr/>
        </p:nvSpPr>
        <p:spPr>
          <a:xfrm rot="-5400000">
            <a:off x="4320776" y="5097088"/>
            <a:ext cx="681484" cy="55151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7" name="Google Shape;2517;p28"/>
          <p:cNvSpPr/>
          <p:nvPr/>
        </p:nvSpPr>
        <p:spPr>
          <a:xfrm rot="-5400000">
            <a:off x="4706580" y="5296495"/>
            <a:ext cx="74205" cy="2109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8" name="Google Shape;2518;p28"/>
          <p:cNvSpPr/>
          <p:nvPr/>
        </p:nvSpPr>
        <p:spPr>
          <a:xfrm rot="-5400000">
            <a:off x="4509666" y="5624695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9" name="Google Shape;2519;p28"/>
          <p:cNvSpPr/>
          <p:nvPr/>
        </p:nvSpPr>
        <p:spPr>
          <a:xfrm rot="-5400000">
            <a:off x="4916532" y="5454324"/>
            <a:ext cx="75196" cy="2109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0" name="Google Shape;2520;p28"/>
          <p:cNvSpPr/>
          <p:nvPr/>
        </p:nvSpPr>
        <p:spPr>
          <a:xfrm rot="-5400000">
            <a:off x="4812299" y="4918116"/>
            <a:ext cx="139337" cy="39115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1" name="Google Shape;2521;p28"/>
          <p:cNvSpPr/>
          <p:nvPr/>
        </p:nvSpPr>
        <p:spPr>
          <a:xfrm rot="-5400000">
            <a:off x="4618435" y="5045971"/>
            <a:ext cx="139337" cy="88205"/>
          </a:xfrm>
          <a:custGeom>
            <a:avLst/>
            <a:gdLst/>
            <a:ahLst/>
            <a:cxnLst/>
            <a:rect l="l" t="t" r="r" b="b"/>
            <a:pathLst>
              <a:path w="4638" h="2936" extrusionOk="0">
                <a:moveTo>
                  <a:pt x="1" y="0"/>
                </a:moveTo>
                <a:lnTo>
                  <a:pt x="1" y="2936"/>
                </a:lnTo>
                <a:lnTo>
                  <a:pt x="4637" y="2936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2" name="Google Shape;2522;p28"/>
          <p:cNvSpPr/>
          <p:nvPr/>
        </p:nvSpPr>
        <p:spPr>
          <a:xfrm rot="-5400000">
            <a:off x="3318683" y="5325557"/>
            <a:ext cx="276631" cy="77179"/>
          </a:xfrm>
          <a:custGeom>
            <a:avLst/>
            <a:gdLst/>
            <a:ahLst/>
            <a:cxnLst/>
            <a:rect l="l" t="t" r="r" b="b"/>
            <a:pathLst>
              <a:path w="9208" h="2569" extrusionOk="0">
                <a:moveTo>
                  <a:pt x="1" y="0"/>
                </a:moveTo>
                <a:lnTo>
                  <a:pt x="1" y="2569"/>
                </a:lnTo>
                <a:lnTo>
                  <a:pt x="9207" y="2569"/>
                </a:lnTo>
                <a:lnTo>
                  <a:pt x="920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3" name="Google Shape;2523;p28"/>
          <p:cNvSpPr/>
          <p:nvPr/>
        </p:nvSpPr>
        <p:spPr>
          <a:xfrm rot="-5400000">
            <a:off x="4795265" y="5314040"/>
            <a:ext cx="122303" cy="34098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1"/>
                </a:moveTo>
                <a:lnTo>
                  <a:pt x="1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4" name="Google Shape;2524;p28"/>
          <p:cNvSpPr/>
          <p:nvPr/>
        </p:nvSpPr>
        <p:spPr>
          <a:xfrm rot="-5400000">
            <a:off x="3913214" y="4899348"/>
            <a:ext cx="139319" cy="56148"/>
          </a:xfrm>
          <a:custGeom>
            <a:avLst/>
            <a:gdLst/>
            <a:ahLst/>
            <a:cxnLst/>
            <a:rect l="l" t="t" r="r" b="b"/>
            <a:pathLst>
              <a:path w="4637" h="2970" extrusionOk="0">
                <a:moveTo>
                  <a:pt x="0" y="1"/>
                </a:moveTo>
                <a:lnTo>
                  <a:pt x="0" y="2969"/>
                </a:lnTo>
                <a:lnTo>
                  <a:pt x="4637" y="2969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5" name="Google Shape;2525;p28"/>
          <p:cNvSpPr/>
          <p:nvPr/>
        </p:nvSpPr>
        <p:spPr>
          <a:xfrm rot="-5400000">
            <a:off x="3100707" y="5047303"/>
            <a:ext cx="122273" cy="35120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6" name="Google Shape;2526;p28"/>
          <p:cNvSpPr/>
          <p:nvPr/>
        </p:nvSpPr>
        <p:spPr>
          <a:xfrm rot="-5400000">
            <a:off x="6180283" y="5231049"/>
            <a:ext cx="271592" cy="55146"/>
          </a:xfrm>
          <a:custGeom>
            <a:avLst/>
            <a:gdLst/>
            <a:ahLst/>
            <a:cxnLst/>
            <a:rect l="l" t="t" r="r" b="b"/>
            <a:pathLst>
              <a:path w="9041" h="4137" extrusionOk="0">
                <a:moveTo>
                  <a:pt x="0" y="0"/>
                </a:moveTo>
                <a:lnTo>
                  <a:pt x="0" y="4137"/>
                </a:lnTo>
                <a:lnTo>
                  <a:pt x="9040" y="4137"/>
                </a:lnTo>
                <a:lnTo>
                  <a:pt x="90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7" name="Google Shape;2527;p28"/>
          <p:cNvSpPr/>
          <p:nvPr/>
        </p:nvSpPr>
        <p:spPr>
          <a:xfrm rot="-5400000">
            <a:off x="2692384" y="4910923"/>
            <a:ext cx="298720" cy="32987"/>
          </a:xfrm>
          <a:custGeom>
            <a:avLst/>
            <a:gdLst/>
            <a:ahLst/>
            <a:cxnLst/>
            <a:rect l="l" t="t" r="r" b="b"/>
            <a:pathLst>
              <a:path w="10041" h="1268" extrusionOk="0">
                <a:moveTo>
                  <a:pt x="0" y="0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8" name="Google Shape;2528;p28"/>
          <p:cNvSpPr/>
          <p:nvPr/>
        </p:nvSpPr>
        <p:spPr>
          <a:xfrm rot="-5400000">
            <a:off x="4161182" y="4842623"/>
            <a:ext cx="614308" cy="6685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9" name="Google Shape;2529;p28"/>
          <p:cNvSpPr/>
          <p:nvPr/>
        </p:nvSpPr>
        <p:spPr>
          <a:xfrm rot="-5400000">
            <a:off x="1397964" y="5232128"/>
            <a:ext cx="1685099" cy="52965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6"/>
                </a:lnTo>
                <a:lnTo>
                  <a:pt x="56641" y="4036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0" name="Google Shape;2530;p28"/>
          <p:cNvSpPr/>
          <p:nvPr/>
        </p:nvSpPr>
        <p:spPr>
          <a:xfrm rot="-5400000">
            <a:off x="2927700" y="4994943"/>
            <a:ext cx="753401" cy="22925"/>
          </a:xfrm>
          <a:custGeom>
            <a:avLst/>
            <a:gdLst/>
            <a:ahLst/>
            <a:cxnLst/>
            <a:rect l="l" t="t" r="r" b="b"/>
            <a:pathLst>
              <a:path w="10041" h="1235" extrusionOk="0">
                <a:moveTo>
                  <a:pt x="0" y="0"/>
                </a:moveTo>
                <a:lnTo>
                  <a:pt x="0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1" name="Google Shape;2531;p28"/>
          <p:cNvSpPr/>
          <p:nvPr/>
        </p:nvSpPr>
        <p:spPr>
          <a:xfrm rot="-5400000">
            <a:off x="6150604" y="4761921"/>
            <a:ext cx="489268" cy="28102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0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2" name="Google Shape;2532;p28"/>
          <p:cNvSpPr/>
          <p:nvPr/>
        </p:nvSpPr>
        <p:spPr>
          <a:xfrm rot="-5400000">
            <a:off x="2507626" y="5373450"/>
            <a:ext cx="489268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0" y="0"/>
                </a:moveTo>
                <a:lnTo>
                  <a:pt x="0" y="2068"/>
                </a:lnTo>
                <a:lnTo>
                  <a:pt x="16445" y="2068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3" name="Google Shape;2533;p28"/>
          <p:cNvSpPr/>
          <p:nvPr/>
        </p:nvSpPr>
        <p:spPr>
          <a:xfrm rot="-5400000">
            <a:off x="5455469" y="5088826"/>
            <a:ext cx="297728" cy="52967"/>
          </a:xfrm>
          <a:custGeom>
            <a:avLst/>
            <a:gdLst/>
            <a:ahLst/>
            <a:cxnLst/>
            <a:rect l="l" t="t" r="r" b="b"/>
            <a:pathLst>
              <a:path w="45734" h="3537" extrusionOk="0">
                <a:moveTo>
                  <a:pt x="1" y="1"/>
                </a:moveTo>
                <a:lnTo>
                  <a:pt x="1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4" name="Google Shape;2534;p28"/>
          <p:cNvSpPr/>
          <p:nvPr/>
        </p:nvSpPr>
        <p:spPr>
          <a:xfrm rot="-5400000">
            <a:off x="3514673" y="5153563"/>
            <a:ext cx="614308" cy="36377"/>
          </a:xfrm>
          <a:custGeom>
            <a:avLst/>
            <a:gdLst/>
            <a:ahLst/>
            <a:cxnLst/>
            <a:rect l="l" t="t" r="r" b="b"/>
            <a:pathLst>
              <a:path w="20649" h="2603" extrusionOk="0">
                <a:moveTo>
                  <a:pt x="0" y="0"/>
                </a:moveTo>
                <a:lnTo>
                  <a:pt x="0" y="2602"/>
                </a:lnTo>
                <a:lnTo>
                  <a:pt x="20648" y="2602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5" name="Google Shape;2535;p28"/>
          <p:cNvSpPr/>
          <p:nvPr/>
        </p:nvSpPr>
        <p:spPr>
          <a:xfrm rot="-5400000">
            <a:off x="6063947" y="5244553"/>
            <a:ext cx="1129158" cy="28098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7"/>
                </a:lnTo>
                <a:lnTo>
                  <a:pt x="56641" y="4037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6" name="Google Shape;2536;p28"/>
          <p:cNvSpPr/>
          <p:nvPr/>
        </p:nvSpPr>
        <p:spPr>
          <a:xfrm rot="-5400000">
            <a:off x="6736265" y="4688156"/>
            <a:ext cx="390148" cy="52952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1" y="1"/>
                </a:moveTo>
                <a:lnTo>
                  <a:pt x="1" y="2603"/>
                </a:lnTo>
                <a:lnTo>
                  <a:pt x="16246" y="2603"/>
                </a:lnTo>
                <a:lnTo>
                  <a:pt x="162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7" name="Google Shape;2537;p28"/>
          <p:cNvSpPr/>
          <p:nvPr/>
        </p:nvSpPr>
        <p:spPr>
          <a:xfrm rot="-5400000">
            <a:off x="6014399" y="4801658"/>
            <a:ext cx="390153" cy="69074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0" y="1"/>
                </a:moveTo>
                <a:lnTo>
                  <a:pt x="0" y="2269"/>
                </a:lnTo>
                <a:lnTo>
                  <a:pt x="24751" y="2269"/>
                </a:lnTo>
                <a:lnTo>
                  <a:pt x="2475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8" name="Google Shape;2538;p28"/>
          <p:cNvSpPr/>
          <p:nvPr/>
        </p:nvSpPr>
        <p:spPr>
          <a:xfrm rot="-5400000">
            <a:off x="3113840" y="5447072"/>
            <a:ext cx="966397" cy="35599"/>
          </a:xfrm>
          <a:custGeom>
            <a:avLst/>
            <a:gdLst/>
            <a:ahLst/>
            <a:cxnLst/>
            <a:rect l="l" t="t" r="r" b="b"/>
            <a:pathLst>
              <a:path w="42465" h="1135" extrusionOk="0">
                <a:moveTo>
                  <a:pt x="1" y="0"/>
                </a:moveTo>
                <a:lnTo>
                  <a:pt x="1" y="1134"/>
                </a:lnTo>
                <a:lnTo>
                  <a:pt x="42464" y="1134"/>
                </a:lnTo>
                <a:lnTo>
                  <a:pt x="4246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9" name="Google Shape;2539;p28"/>
          <p:cNvSpPr/>
          <p:nvPr/>
        </p:nvSpPr>
        <p:spPr>
          <a:xfrm rot="5400000" flipH="1">
            <a:off x="3469015" y="4758178"/>
            <a:ext cx="489103" cy="30152"/>
          </a:xfrm>
          <a:custGeom>
            <a:avLst/>
            <a:gdLst/>
            <a:ahLst/>
            <a:cxnLst/>
            <a:rect l="l" t="t" r="r" b="b"/>
            <a:pathLst>
              <a:path w="5004" h="2336" extrusionOk="0">
                <a:moveTo>
                  <a:pt x="0" y="1"/>
                </a:moveTo>
                <a:lnTo>
                  <a:pt x="0" y="2336"/>
                </a:lnTo>
                <a:lnTo>
                  <a:pt x="5004" y="2336"/>
                </a:lnTo>
                <a:lnTo>
                  <a:pt x="50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0" name="Google Shape;2540;p28"/>
          <p:cNvSpPr/>
          <p:nvPr/>
        </p:nvSpPr>
        <p:spPr>
          <a:xfrm rot="-5400000">
            <a:off x="3325972" y="4953374"/>
            <a:ext cx="137090" cy="39630"/>
          </a:xfrm>
          <a:custGeom>
            <a:avLst/>
            <a:gdLst/>
            <a:ahLst/>
            <a:cxnLst/>
            <a:rect l="l" t="t" r="r" b="b"/>
            <a:pathLst>
              <a:path w="4504" h="1302" extrusionOk="0">
                <a:moveTo>
                  <a:pt x="0" y="1"/>
                </a:moveTo>
                <a:lnTo>
                  <a:pt x="0" y="1302"/>
                </a:lnTo>
                <a:lnTo>
                  <a:pt x="4503" y="1302"/>
                </a:lnTo>
                <a:lnTo>
                  <a:pt x="45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1" name="Google Shape;2541;p28"/>
          <p:cNvSpPr/>
          <p:nvPr/>
        </p:nvSpPr>
        <p:spPr>
          <a:xfrm rot="-5400000">
            <a:off x="2592611" y="5071134"/>
            <a:ext cx="137090" cy="88360"/>
          </a:xfrm>
          <a:custGeom>
            <a:avLst/>
            <a:gdLst/>
            <a:ahLst/>
            <a:cxnLst/>
            <a:rect l="l" t="t" r="r" b="b"/>
            <a:pathLst>
              <a:path w="4504" h="2903" extrusionOk="0">
                <a:moveTo>
                  <a:pt x="0" y="0"/>
                </a:moveTo>
                <a:lnTo>
                  <a:pt x="0" y="2902"/>
                </a:lnTo>
                <a:lnTo>
                  <a:pt x="4503" y="2902"/>
                </a:lnTo>
                <a:lnTo>
                  <a:pt x="4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2" name="Google Shape;2542;p28"/>
          <p:cNvSpPr/>
          <p:nvPr/>
        </p:nvSpPr>
        <p:spPr>
          <a:xfrm rot="-5400000">
            <a:off x="1953552" y="5076714"/>
            <a:ext cx="274151" cy="77190"/>
          </a:xfrm>
          <a:custGeom>
            <a:avLst/>
            <a:gdLst/>
            <a:ahLst/>
            <a:cxnLst/>
            <a:rect l="l" t="t" r="r" b="b"/>
            <a:pathLst>
              <a:path w="9007" h="2536" extrusionOk="0">
                <a:moveTo>
                  <a:pt x="0" y="0"/>
                </a:moveTo>
                <a:lnTo>
                  <a:pt x="0" y="2535"/>
                </a:lnTo>
                <a:lnTo>
                  <a:pt x="9006" y="2535"/>
                </a:lnTo>
                <a:lnTo>
                  <a:pt x="900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3" name="Google Shape;2543;p28"/>
          <p:cNvSpPr/>
          <p:nvPr/>
        </p:nvSpPr>
        <p:spPr>
          <a:xfrm rot="-5400000">
            <a:off x="5201572" y="5089352"/>
            <a:ext cx="76155" cy="21337"/>
          </a:xfrm>
          <a:custGeom>
            <a:avLst/>
            <a:gdLst/>
            <a:ahLst/>
            <a:cxnLst/>
            <a:rect l="l" t="t" r="r" b="b"/>
            <a:pathLst>
              <a:path w="2502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4" name="Google Shape;2544;p28"/>
          <p:cNvSpPr/>
          <p:nvPr/>
        </p:nvSpPr>
        <p:spPr>
          <a:xfrm rot="-5400000">
            <a:off x="5689972" y="4916756"/>
            <a:ext cx="76185" cy="2133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5" name="Google Shape;2545;p28"/>
          <p:cNvSpPr/>
          <p:nvPr/>
        </p:nvSpPr>
        <p:spPr>
          <a:xfrm rot="-5400000">
            <a:off x="5186714" y="4854493"/>
            <a:ext cx="280228" cy="43124"/>
          </a:xfrm>
          <a:custGeom>
            <a:avLst/>
            <a:gdLst/>
            <a:ahLst/>
            <a:cxnLst/>
            <a:rect l="l" t="t" r="r" b="b"/>
            <a:pathLst>
              <a:path w="4638" h="2970" extrusionOk="0">
                <a:moveTo>
                  <a:pt x="1" y="1"/>
                </a:moveTo>
                <a:lnTo>
                  <a:pt x="1" y="2970"/>
                </a:lnTo>
                <a:lnTo>
                  <a:pt x="4638" y="2970"/>
                </a:lnTo>
                <a:lnTo>
                  <a:pt x="46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6" name="Google Shape;2546;p28"/>
          <p:cNvSpPr/>
          <p:nvPr/>
        </p:nvSpPr>
        <p:spPr>
          <a:xfrm rot="-5400000">
            <a:off x="4869677" y="4838494"/>
            <a:ext cx="281273" cy="52952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1" y="0"/>
                </a:moveTo>
                <a:lnTo>
                  <a:pt x="1" y="2602"/>
                </a:lnTo>
                <a:lnTo>
                  <a:pt x="9241" y="2602"/>
                </a:lnTo>
                <a:lnTo>
                  <a:pt x="92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7" name="Google Shape;2547;p28"/>
          <p:cNvSpPr/>
          <p:nvPr/>
        </p:nvSpPr>
        <p:spPr>
          <a:xfrm rot="-5400000">
            <a:off x="5383804" y="4901973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8" name="Google Shape;2548;p28"/>
          <p:cNvSpPr/>
          <p:nvPr/>
        </p:nvSpPr>
        <p:spPr>
          <a:xfrm rot="-5400000">
            <a:off x="5321374" y="5260928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9" name="Google Shape;2549;p28"/>
          <p:cNvSpPr/>
          <p:nvPr/>
        </p:nvSpPr>
        <p:spPr>
          <a:xfrm rot="-5400000">
            <a:off x="2956094" y="5284364"/>
            <a:ext cx="280238" cy="79198"/>
          </a:xfrm>
          <a:custGeom>
            <a:avLst/>
            <a:gdLst/>
            <a:ahLst/>
            <a:cxnLst/>
            <a:rect l="l" t="t" r="r" b="b"/>
            <a:pathLst>
              <a:path w="9207" h="2602" extrusionOk="0">
                <a:moveTo>
                  <a:pt x="0" y="0"/>
                </a:moveTo>
                <a:lnTo>
                  <a:pt x="0" y="2602"/>
                </a:lnTo>
                <a:lnTo>
                  <a:pt x="9207" y="2602"/>
                </a:lnTo>
                <a:lnTo>
                  <a:pt x="920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0" name="Google Shape;2550;p28"/>
          <p:cNvSpPr/>
          <p:nvPr/>
        </p:nvSpPr>
        <p:spPr>
          <a:xfrm rot="-5400000">
            <a:off x="1967510" y="4758696"/>
            <a:ext cx="123881" cy="34547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1" name="Google Shape;2551;p28"/>
          <p:cNvSpPr/>
          <p:nvPr/>
        </p:nvSpPr>
        <p:spPr>
          <a:xfrm rot="-5400000">
            <a:off x="7034726" y="4675773"/>
            <a:ext cx="151628" cy="42566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2" name="Google Shape;2552;p28"/>
          <p:cNvSpPr/>
          <p:nvPr/>
        </p:nvSpPr>
        <p:spPr>
          <a:xfrm rot="-5400000">
            <a:off x="3844339" y="5138980"/>
            <a:ext cx="629313" cy="62150"/>
          </a:xfrm>
          <a:custGeom>
            <a:avLst/>
            <a:gdLst/>
            <a:ahLst/>
            <a:cxnLst/>
            <a:rect l="l" t="t" r="r" b="b"/>
            <a:pathLst>
              <a:path w="76489" h="702" extrusionOk="0">
                <a:moveTo>
                  <a:pt x="1" y="1"/>
                </a:moveTo>
                <a:lnTo>
                  <a:pt x="1" y="701"/>
                </a:lnTo>
                <a:lnTo>
                  <a:pt x="76489" y="701"/>
                </a:lnTo>
                <a:lnTo>
                  <a:pt x="764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3" name="Google Shape;2553;p28"/>
          <p:cNvSpPr/>
          <p:nvPr/>
        </p:nvSpPr>
        <p:spPr>
          <a:xfrm rot="-5400000">
            <a:off x="6678462" y="5388874"/>
            <a:ext cx="80750" cy="22950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4" name="Google Shape;2554;p28"/>
          <p:cNvSpPr/>
          <p:nvPr/>
        </p:nvSpPr>
        <p:spPr>
          <a:xfrm rot="-5400000">
            <a:off x="2930020" y="4840199"/>
            <a:ext cx="151639" cy="71724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5" name="Google Shape;2555;p28"/>
          <p:cNvSpPr/>
          <p:nvPr/>
        </p:nvSpPr>
        <p:spPr>
          <a:xfrm rot="-5400000">
            <a:off x="6720456" y="5172419"/>
            <a:ext cx="302111" cy="85099"/>
          </a:xfrm>
          <a:custGeom>
            <a:avLst/>
            <a:gdLst/>
            <a:ahLst/>
            <a:cxnLst/>
            <a:rect l="l" t="t" r="r" b="b"/>
            <a:pathLst>
              <a:path w="9241" h="2603" extrusionOk="0">
                <a:moveTo>
                  <a:pt x="0" y="1"/>
                </a:moveTo>
                <a:lnTo>
                  <a:pt x="0" y="2602"/>
                </a:lnTo>
                <a:lnTo>
                  <a:pt x="9240" y="2602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6" name="Google Shape;2556;p28"/>
          <p:cNvSpPr/>
          <p:nvPr/>
        </p:nvSpPr>
        <p:spPr>
          <a:xfrm rot="-5400000">
            <a:off x="6989254" y="5049738"/>
            <a:ext cx="133091" cy="38185"/>
          </a:xfrm>
          <a:custGeom>
            <a:avLst/>
            <a:gdLst/>
            <a:ahLst/>
            <a:cxnLst/>
            <a:rect l="l" t="t" r="r" b="b"/>
            <a:pathLst>
              <a:path w="4071" h="1168" extrusionOk="0">
                <a:moveTo>
                  <a:pt x="1" y="0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7" name="Google Shape;2557;p28"/>
          <p:cNvSpPr/>
          <p:nvPr/>
        </p:nvSpPr>
        <p:spPr>
          <a:xfrm rot="-5400000">
            <a:off x="6444862" y="4919072"/>
            <a:ext cx="181549" cy="2810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8" name="Google Shape;2558;p28"/>
          <p:cNvSpPr/>
          <p:nvPr/>
        </p:nvSpPr>
        <p:spPr>
          <a:xfrm rot="-5400000">
            <a:off x="6117807" y="5157513"/>
            <a:ext cx="81829" cy="2291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9" name="Google Shape;2559;p28"/>
          <p:cNvSpPr/>
          <p:nvPr/>
        </p:nvSpPr>
        <p:spPr>
          <a:xfrm rot="-5400000">
            <a:off x="6413459" y="5152909"/>
            <a:ext cx="134170" cy="37139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0" name="Google Shape;2560;p28"/>
          <p:cNvSpPr/>
          <p:nvPr/>
        </p:nvSpPr>
        <p:spPr>
          <a:xfrm rot="-5400000">
            <a:off x="4600091" y="5363245"/>
            <a:ext cx="531122" cy="74225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2"/>
                </a:lnTo>
                <a:lnTo>
                  <a:pt x="16245" y="2602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1" name="Google Shape;2561;p28"/>
          <p:cNvSpPr/>
          <p:nvPr/>
        </p:nvSpPr>
        <p:spPr>
          <a:xfrm rot="-5400000">
            <a:off x="2058429" y="5137496"/>
            <a:ext cx="629320" cy="42549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1" y="0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0025" y="227975"/>
            <a:ext cx="70284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0025" y="1866700"/>
            <a:ext cx="4433100" cy="17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8" r:id="rId5"/>
    <p:sldLayoutId id="2147483659" r:id="rId6"/>
    <p:sldLayoutId id="2147483673" r:id="rId7"/>
    <p:sldLayoutId id="2147483674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31"/>
          <p:cNvSpPr txBox="1">
            <a:spLocks noGrp="1"/>
          </p:cNvSpPr>
          <p:nvPr>
            <p:ph type="subTitle" idx="1"/>
          </p:nvPr>
        </p:nvSpPr>
        <p:spPr>
          <a:xfrm>
            <a:off x="1913450" y="3837750"/>
            <a:ext cx="56931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+mn-lt"/>
              </a:rPr>
              <a:t>Group 10</a:t>
            </a:r>
            <a:endParaRPr dirty="0">
              <a:latin typeface="+mn-lt"/>
            </a:endParaRPr>
          </a:p>
        </p:txBody>
      </p:sp>
      <p:sp>
        <p:nvSpPr>
          <p:cNvPr id="2571" name="Google Shape;2571;p31"/>
          <p:cNvSpPr/>
          <p:nvPr/>
        </p:nvSpPr>
        <p:spPr>
          <a:xfrm rot="10800000" flipH="1">
            <a:off x="1508163" y="2897907"/>
            <a:ext cx="268754" cy="28901"/>
          </a:xfrm>
          <a:custGeom>
            <a:avLst/>
            <a:gdLst/>
            <a:ahLst/>
            <a:cxnLst/>
            <a:rect l="l" t="t" r="r" b="b"/>
            <a:pathLst>
              <a:path w="9008" h="1435" extrusionOk="0">
                <a:moveTo>
                  <a:pt x="1" y="0"/>
                </a:moveTo>
                <a:lnTo>
                  <a:pt x="1" y="1435"/>
                </a:lnTo>
                <a:lnTo>
                  <a:pt x="9007" y="1435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2" name="Google Shape;2572;p31"/>
          <p:cNvSpPr/>
          <p:nvPr/>
        </p:nvSpPr>
        <p:spPr>
          <a:xfrm>
            <a:off x="7285900" y="2482149"/>
            <a:ext cx="177148" cy="41725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3" name="Google Shape;2573;p31"/>
          <p:cNvSpPr/>
          <p:nvPr/>
        </p:nvSpPr>
        <p:spPr>
          <a:xfrm>
            <a:off x="6518537" y="2552180"/>
            <a:ext cx="115502" cy="32281"/>
          </a:xfrm>
          <a:custGeom>
            <a:avLst/>
            <a:gdLst/>
            <a:ahLst/>
            <a:cxnLst/>
            <a:rect l="l" t="t" r="r" b="b"/>
            <a:pathLst>
              <a:path w="5138" h="1436" extrusionOk="0">
                <a:moveTo>
                  <a:pt x="1" y="1"/>
                </a:moveTo>
                <a:lnTo>
                  <a:pt x="1" y="1435"/>
                </a:lnTo>
                <a:lnTo>
                  <a:pt x="5138" y="1435"/>
                </a:lnTo>
                <a:lnTo>
                  <a:pt x="513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4" name="Google Shape;2574;p31"/>
          <p:cNvSpPr/>
          <p:nvPr/>
        </p:nvSpPr>
        <p:spPr>
          <a:xfrm>
            <a:off x="6868309" y="3429314"/>
            <a:ext cx="202500" cy="33001"/>
          </a:xfrm>
          <a:custGeom>
            <a:avLst/>
            <a:gdLst/>
            <a:ahLst/>
            <a:cxnLst/>
            <a:rect l="l" t="t" r="r" b="b"/>
            <a:pathLst>
              <a:path w="9008" h="1468" extrusionOk="0">
                <a:moveTo>
                  <a:pt x="1" y="0"/>
                </a:moveTo>
                <a:lnTo>
                  <a:pt x="1" y="1468"/>
                </a:lnTo>
                <a:lnTo>
                  <a:pt x="9007" y="1468"/>
                </a:lnTo>
                <a:lnTo>
                  <a:pt x="90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5" name="Google Shape;2575;p31"/>
          <p:cNvSpPr/>
          <p:nvPr/>
        </p:nvSpPr>
        <p:spPr>
          <a:xfrm>
            <a:off x="2699026" y="2939580"/>
            <a:ext cx="233231" cy="37306"/>
          </a:xfrm>
          <a:custGeom>
            <a:avLst/>
            <a:gdLst/>
            <a:ahLst/>
            <a:cxnLst/>
            <a:rect l="l" t="t" r="r" b="b"/>
            <a:pathLst>
              <a:path w="8140" h="1302" extrusionOk="0">
                <a:moveTo>
                  <a:pt x="0" y="1"/>
                </a:moveTo>
                <a:lnTo>
                  <a:pt x="0" y="1302"/>
                </a:lnTo>
                <a:lnTo>
                  <a:pt x="8139" y="1302"/>
                </a:lnTo>
                <a:lnTo>
                  <a:pt x="81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6" name="Google Shape;2576;p31"/>
          <p:cNvSpPr/>
          <p:nvPr/>
        </p:nvSpPr>
        <p:spPr>
          <a:xfrm>
            <a:off x="1515750" y="2097111"/>
            <a:ext cx="465489" cy="74582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1" y="1"/>
                </a:moveTo>
                <a:lnTo>
                  <a:pt x="1" y="2603"/>
                </a:lnTo>
                <a:lnTo>
                  <a:pt x="16246" y="2603"/>
                </a:lnTo>
                <a:lnTo>
                  <a:pt x="162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7" name="Google Shape;2577;p31"/>
          <p:cNvSpPr/>
          <p:nvPr/>
        </p:nvSpPr>
        <p:spPr>
          <a:xfrm>
            <a:off x="5126063" y="3384133"/>
            <a:ext cx="71717" cy="20085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8" name="Google Shape;2578;p31"/>
          <p:cNvSpPr/>
          <p:nvPr/>
        </p:nvSpPr>
        <p:spPr>
          <a:xfrm>
            <a:off x="4411150" y="3119196"/>
            <a:ext cx="132890" cy="37306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0"/>
                </a:moveTo>
                <a:lnTo>
                  <a:pt x="1" y="1301"/>
                </a:lnTo>
                <a:lnTo>
                  <a:pt x="4637" y="1301"/>
                </a:lnTo>
                <a:lnTo>
                  <a:pt x="46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9" name="Google Shape;2579;p31"/>
          <p:cNvSpPr/>
          <p:nvPr/>
        </p:nvSpPr>
        <p:spPr>
          <a:xfrm>
            <a:off x="5126063" y="3118957"/>
            <a:ext cx="116644" cy="32521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0" name="Google Shape;2580;p31"/>
          <p:cNvSpPr/>
          <p:nvPr/>
        </p:nvSpPr>
        <p:spPr>
          <a:xfrm>
            <a:off x="7316148" y="3138094"/>
            <a:ext cx="116644" cy="33495"/>
          </a:xfrm>
          <a:custGeom>
            <a:avLst/>
            <a:gdLst/>
            <a:ahLst/>
            <a:cxnLst/>
            <a:rect l="l" t="t" r="r" b="b"/>
            <a:pathLst>
              <a:path w="4071" h="1169" extrusionOk="0">
                <a:moveTo>
                  <a:pt x="1" y="1"/>
                </a:moveTo>
                <a:lnTo>
                  <a:pt x="1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1" name="Google Shape;2581;p31"/>
          <p:cNvSpPr/>
          <p:nvPr/>
        </p:nvSpPr>
        <p:spPr>
          <a:xfrm>
            <a:off x="3163382" y="1713596"/>
            <a:ext cx="1216728" cy="32521"/>
          </a:xfrm>
          <a:custGeom>
            <a:avLst/>
            <a:gdLst/>
            <a:ahLst/>
            <a:cxnLst/>
            <a:rect l="l" t="t" r="r" b="b"/>
            <a:pathLst>
              <a:path w="42465" h="1135" extrusionOk="0">
                <a:moveTo>
                  <a:pt x="1" y="0"/>
                </a:moveTo>
                <a:lnTo>
                  <a:pt x="1" y="1134"/>
                </a:lnTo>
                <a:lnTo>
                  <a:pt x="42464" y="1134"/>
                </a:lnTo>
                <a:lnTo>
                  <a:pt x="4246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2" name="Google Shape;2582;p31"/>
          <p:cNvSpPr/>
          <p:nvPr/>
        </p:nvSpPr>
        <p:spPr>
          <a:xfrm>
            <a:off x="4197124" y="1417124"/>
            <a:ext cx="129996" cy="61202"/>
          </a:xfrm>
          <a:custGeom>
            <a:avLst/>
            <a:gdLst/>
            <a:ahLst/>
            <a:cxnLst/>
            <a:rect l="l" t="t" r="r" b="b"/>
            <a:pathLst>
              <a:path w="4537" h="2136" extrusionOk="0">
                <a:moveTo>
                  <a:pt x="0" y="1"/>
                </a:moveTo>
                <a:lnTo>
                  <a:pt x="0" y="2136"/>
                </a:lnTo>
                <a:lnTo>
                  <a:pt x="4537" y="2136"/>
                </a:lnTo>
                <a:lnTo>
                  <a:pt x="45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3" name="Google Shape;2583;p31"/>
          <p:cNvSpPr/>
          <p:nvPr/>
        </p:nvSpPr>
        <p:spPr>
          <a:xfrm>
            <a:off x="3533792" y="1047355"/>
            <a:ext cx="305865" cy="52604"/>
          </a:xfrm>
          <a:custGeom>
            <a:avLst/>
            <a:gdLst/>
            <a:ahLst/>
            <a:cxnLst/>
            <a:rect l="l" t="t" r="r" b="b"/>
            <a:pathLst>
              <a:path w="10675" h="3070" extrusionOk="0">
                <a:moveTo>
                  <a:pt x="0" y="1"/>
                </a:moveTo>
                <a:lnTo>
                  <a:pt x="0" y="3070"/>
                </a:lnTo>
                <a:lnTo>
                  <a:pt x="10674" y="3070"/>
                </a:lnTo>
                <a:lnTo>
                  <a:pt x="1067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4" name="Google Shape;2584;p31"/>
          <p:cNvSpPr/>
          <p:nvPr/>
        </p:nvSpPr>
        <p:spPr>
          <a:xfrm>
            <a:off x="4872593" y="1754887"/>
            <a:ext cx="113779" cy="53552"/>
          </a:xfrm>
          <a:custGeom>
            <a:avLst/>
            <a:gdLst/>
            <a:ahLst/>
            <a:cxnLst/>
            <a:rect l="l" t="t" r="r" b="b"/>
            <a:pathLst>
              <a:path w="3971" h="1869" extrusionOk="0">
                <a:moveTo>
                  <a:pt x="1" y="1"/>
                </a:moveTo>
                <a:lnTo>
                  <a:pt x="1" y="1869"/>
                </a:lnTo>
                <a:lnTo>
                  <a:pt x="3970" y="1869"/>
                </a:lnTo>
                <a:lnTo>
                  <a:pt x="39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5" name="Google Shape;2585;p31"/>
          <p:cNvSpPr/>
          <p:nvPr/>
        </p:nvSpPr>
        <p:spPr>
          <a:xfrm>
            <a:off x="4382445" y="1857148"/>
            <a:ext cx="69826" cy="19169"/>
          </a:xfrm>
          <a:custGeom>
            <a:avLst/>
            <a:gdLst/>
            <a:ahLst/>
            <a:cxnLst/>
            <a:rect l="l" t="t" r="r" b="b"/>
            <a:pathLst>
              <a:path w="2437" h="669" extrusionOk="0">
                <a:moveTo>
                  <a:pt x="1" y="1"/>
                </a:moveTo>
                <a:lnTo>
                  <a:pt x="1" y="668"/>
                </a:lnTo>
                <a:lnTo>
                  <a:pt x="2436" y="668"/>
                </a:lnTo>
                <a:lnTo>
                  <a:pt x="243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6" name="Google Shape;2586;p31"/>
          <p:cNvSpPr/>
          <p:nvPr/>
        </p:nvSpPr>
        <p:spPr>
          <a:xfrm>
            <a:off x="4234869" y="2008242"/>
            <a:ext cx="113779" cy="31575"/>
          </a:xfrm>
          <a:custGeom>
            <a:avLst/>
            <a:gdLst/>
            <a:ahLst/>
            <a:cxnLst/>
            <a:rect l="l" t="t" r="r" b="b"/>
            <a:pathLst>
              <a:path w="3971" h="1102" extrusionOk="0">
                <a:moveTo>
                  <a:pt x="1" y="1"/>
                </a:moveTo>
                <a:lnTo>
                  <a:pt x="1" y="1102"/>
                </a:lnTo>
                <a:lnTo>
                  <a:pt x="3970" y="1102"/>
                </a:lnTo>
                <a:lnTo>
                  <a:pt x="39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7" name="Google Shape;2587;p31"/>
          <p:cNvSpPr/>
          <p:nvPr/>
        </p:nvSpPr>
        <p:spPr>
          <a:xfrm>
            <a:off x="4406992" y="2265441"/>
            <a:ext cx="125211" cy="20114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8" name="Google Shape;2588;p31"/>
          <p:cNvSpPr/>
          <p:nvPr/>
        </p:nvSpPr>
        <p:spPr>
          <a:xfrm>
            <a:off x="6868299" y="1362651"/>
            <a:ext cx="550558" cy="53552"/>
          </a:xfrm>
          <a:custGeom>
            <a:avLst/>
            <a:gdLst/>
            <a:ahLst/>
            <a:cxnLst/>
            <a:rect l="l" t="t" r="r" b="b"/>
            <a:pathLst>
              <a:path w="19215" h="1869" extrusionOk="0">
                <a:moveTo>
                  <a:pt x="1" y="1"/>
                </a:moveTo>
                <a:lnTo>
                  <a:pt x="1" y="1869"/>
                </a:lnTo>
                <a:lnTo>
                  <a:pt x="19215" y="1869"/>
                </a:lnTo>
                <a:lnTo>
                  <a:pt x="1921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9" name="Google Shape;2589;p31"/>
          <p:cNvSpPr/>
          <p:nvPr/>
        </p:nvSpPr>
        <p:spPr>
          <a:xfrm>
            <a:off x="5312475" y="1389450"/>
            <a:ext cx="364650" cy="41127"/>
          </a:xfrm>
          <a:custGeom>
            <a:avLst/>
            <a:gdLst/>
            <a:ahLst/>
            <a:cxnLst/>
            <a:rect l="l" t="t" r="r" b="b"/>
            <a:pathLst>
              <a:path w="16279" h="2603" extrusionOk="0">
                <a:moveTo>
                  <a:pt x="1" y="1"/>
                </a:moveTo>
                <a:lnTo>
                  <a:pt x="1" y="2602"/>
                </a:lnTo>
                <a:lnTo>
                  <a:pt x="16279" y="2602"/>
                </a:lnTo>
                <a:lnTo>
                  <a:pt x="162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0" name="Google Shape;2590;p31"/>
          <p:cNvSpPr/>
          <p:nvPr/>
        </p:nvSpPr>
        <p:spPr>
          <a:xfrm>
            <a:off x="2547825" y="1391790"/>
            <a:ext cx="709207" cy="41148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0" y="0"/>
                </a:moveTo>
                <a:lnTo>
                  <a:pt x="0" y="2235"/>
                </a:lnTo>
                <a:lnTo>
                  <a:pt x="24751" y="2235"/>
                </a:lnTo>
                <a:lnTo>
                  <a:pt x="2475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1" name="Google Shape;2591;p31"/>
          <p:cNvSpPr/>
          <p:nvPr/>
        </p:nvSpPr>
        <p:spPr>
          <a:xfrm>
            <a:off x="2658879" y="3194256"/>
            <a:ext cx="313516" cy="53552"/>
          </a:xfrm>
          <a:custGeom>
            <a:avLst/>
            <a:gdLst/>
            <a:ahLst/>
            <a:cxnLst/>
            <a:rect l="l" t="t" r="r" b="b"/>
            <a:pathLst>
              <a:path w="10942" h="1869" extrusionOk="0">
                <a:moveTo>
                  <a:pt x="1" y="0"/>
                </a:moveTo>
                <a:lnTo>
                  <a:pt x="1" y="1868"/>
                </a:lnTo>
                <a:lnTo>
                  <a:pt x="10942" y="1868"/>
                </a:lnTo>
                <a:lnTo>
                  <a:pt x="1094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2" name="Google Shape;2592;p31"/>
          <p:cNvSpPr/>
          <p:nvPr/>
        </p:nvSpPr>
        <p:spPr>
          <a:xfrm>
            <a:off x="2906775" y="2299536"/>
            <a:ext cx="147217" cy="41116"/>
          </a:xfrm>
          <a:custGeom>
            <a:avLst/>
            <a:gdLst/>
            <a:ahLst/>
            <a:cxnLst/>
            <a:rect l="l" t="t" r="r" b="b"/>
            <a:pathLst>
              <a:path w="5138" h="1435" extrusionOk="0">
                <a:moveTo>
                  <a:pt x="0" y="1"/>
                </a:moveTo>
                <a:lnTo>
                  <a:pt x="0" y="1435"/>
                </a:lnTo>
                <a:lnTo>
                  <a:pt x="5137" y="1435"/>
                </a:lnTo>
                <a:lnTo>
                  <a:pt x="513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3" name="Google Shape;2593;p31"/>
          <p:cNvSpPr/>
          <p:nvPr/>
        </p:nvSpPr>
        <p:spPr>
          <a:xfrm>
            <a:off x="2001200" y="2699727"/>
            <a:ext cx="186345" cy="60399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4" name="Google Shape;2594;p31"/>
          <p:cNvSpPr/>
          <p:nvPr/>
        </p:nvSpPr>
        <p:spPr>
          <a:xfrm>
            <a:off x="1693923" y="2502652"/>
            <a:ext cx="116616" cy="32521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5" name="Google Shape;2595;p31"/>
          <p:cNvSpPr/>
          <p:nvPr/>
        </p:nvSpPr>
        <p:spPr>
          <a:xfrm>
            <a:off x="2625789" y="2175785"/>
            <a:ext cx="116616" cy="33466"/>
          </a:xfrm>
          <a:custGeom>
            <a:avLst/>
            <a:gdLst/>
            <a:ahLst/>
            <a:cxnLst/>
            <a:rect l="l" t="t" r="r" b="b"/>
            <a:pathLst>
              <a:path w="4070" h="1168" extrusionOk="0">
                <a:moveTo>
                  <a:pt x="0" y="0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6" name="Google Shape;2596;p31"/>
          <p:cNvSpPr/>
          <p:nvPr/>
        </p:nvSpPr>
        <p:spPr>
          <a:xfrm>
            <a:off x="5435342" y="2324646"/>
            <a:ext cx="313526" cy="35250"/>
          </a:xfrm>
          <a:custGeom>
            <a:avLst/>
            <a:gdLst/>
            <a:ahLst/>
            <a:cxnLst/>
            <a:rect l="l" t="t" r="r" b="b"/>
            <a:pathLst>
              <a:path w="2502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7" name="Google Shape;2597;p31"/>
          <p:cNvSpPr/>
          <p:nvPr/>
        </p:nvSpPr>
        <p:spPr>
          <a:xfrm>
            <a:off x="1781399" y="3078917"/>
            <a:ext cx="129998" cy="50575"/>
          </a:xfrm>
          <a:custGeom>
            <a:avLst/>
            <a:gdLst/>
            <a:ahLst/>
            <a:cxnLst/>
            <a:rect l="l" t="t" r="r" b="b"/>
            <a:pathLst>
              <a:path w="2502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8" name="Google Shape;2598;p31"/>
          <p:cNvSpPr/>
          <p:nvPr/>
        </p:nvSpPr>
        <p:spPr>
          <a:xfrm>
            <a:off x="2537392" y="3556072"/>
            <a:ext cx="131916" cy="37306"/>
          </a:xfrm>
          <a:custGeom>
            <a:avLst/>
            <a:gdLst/>
            <a:ahLst/>
            <a:cxnLst/>
            <a:rect l="l" t="t" r="r" b="b"/>
            <a:pathLst>
              <a:path w="4604" h="1302" extrusionOk="0">
                <a:moveTo>
                  <a:pt x="0" y="1"/>
                </a:moveTo>
                <a:lnTo>
                  <a:pt x="0" y="1301"/>
                </a:lnTo>
                <a:lnTo>
                  <a:pt x="4604" y="1301"/>
                </a:lnTo>
                <a:lnTo>
                  <a:pt x="46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9" name="Google Shape;2599;p31"/>
          <p:cNvSpPr/>
          <p:nvPr/>
        </p:nvSpPr>
        <p:spPr>
          <a:xfrm>
            <a:off x="3248417" y="3379409"/>
            <a:ext cx="146271" cy="41145"/>
          </a:xfrm>
          <a:custGeom>
            <a:avLst/>
            <a:gdLst/>
            <a:ahLst/>
            <a:cxnLst/>
            <a:rect l="l" t="t" r="r" b="b"/>
            <a:pathLst>
              <a:path w="5105" h="1436" extrusionOk="0">
                <a:moveTo>
                  <a:pt x="1" y="1"/>
                </a:moveTo>
                <a:lnTo>
                  <a:pt x="1" y="1435"/>
                </a:lnTo>
                <a:lnTo>
                  <a:pt x="5104" y="1435"/>
                </a:lnTo>
                <a:lnTo>
                  <a:pt x="51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0" name="Google Shape;2600;p31"/>
          <p:cNvSpPr/>
          <p:nvPr/>
        </p:nvSpPr>
        <p:spPr>
          <a:xfrm>
            <a:off x="3053995" y="3610700"/>
            <a:ext cx="219900" cy="32501"/>
          </a:xfrm>
          <a:custGeom>
            <a:avLst/>
            <a:gdLst/>
            <a:ahLst/>
            <a:cxnLst/>
            <a:rect l="l" t="t" r="r" b="b"/>
            <a:pathLst>
              <a:path w="4103" h="1135" extrusionOk="0">
                <a:moveTo>
                  <a:pt x="0" y="0"/>
                </a:moveTo>
                <a:lnTo>
                  <a:pt x="0" y="1134"/>
                </a:lnTo>
                <a:lnTo>
                  <a:pt x="4103" y="1134"/>
                </a:lnTo>
                <a:lnTo>
                  <a:pt x="41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31"/>
          <p:cNvSpPr/>
          <p:nvPr/>
        </p:nvSpPr>
        <p:spPr>
          <a:xfrm>
            <a:off x="6483120" y="3072129"/>
            <a:ext cx="186347" cy="29885"/>
          </a:xfrm>
          <a:custGeom>
            <a:avLst/>
            <a:gdLst/>
            <a:ahLst/>
            <a:cxnLst/>
            <a:rect l="l" t="t" r="r" b="b"/>
            <a:pathLst>
              <a:path w="4371" h="701" extrusionOk="0">
                <a:moveTo>
                  <a:pt x="1" y="0"/>
                </a:moveTo>
                <a:lnTo>
                  <a:pt x="1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2" name="Google Shape;2602;p31"/>
          <p:cNvSpPr/>
          <p:nvPr/>
        </p:nvSpPr>
        <p:spPr>
          <a:xfrm>
            <a:off x="4090828" y="3390278"/>
            <a:ext cx="145182" cy="23640"/>
          </a:xfrm>
          <a:custGeom>
            <a:avLst/>
            <a:gdLst/>
            <a:ahLst/>
            <a:cxnLst/>
            <a:rect l="l" t="t" r="r" b="b"/>
            <a:pathLst>
              <a:path w="7173" h="1168" extrusionOk="0">
                <a:moveTo>
                  <a:pt x="1" y="0"/>
                </a:moveTo>
                <a:lnTo>
                  <a:pt x="1" y="1168"/>
                </a:lnTo>
                <a:lnTo>
                  <a:pt x="7172" y="1168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3" name="Google Shape;2603;p31"/>
          <p:cNvSpPr/>
          <p:nvPr/>
        </p:nvSpPr>
        <p:spPr>
          <a:xfrm>
            <a:off x="2425820" y="2838242"/>
            <a:ext cx="103993" cy="29044"/>
          </a:xfrm>
          <a:custGeom>
            <a:avLst/>
            <a:gdLst/>
            <a:ahLst/>
            <a:cxnLst/>
            <a:rect l="l" t="t" r="r" b="b"/>
            <a:pathLst>
              <a:path w="5138" h="1435" extrusionOk="0">
                <a:moveTo>
                  <a:pt x="1" y="1"/>
                </a:moveTo>
                <a:lnTo>
                  <a:pt x="1" y="1435"/>
                </a:lnTo>
                <a:lnTo>
                  <a:pt x="5138" y="1435"/>
                </a:lnTo>
                <a:lnTo>
                  <a:pt x="513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4" name="Google Shape;2604;p31"/>
          <p:cNvSpPr/>
          <p:nvPr/>
        </p:nvSpPr>
        <p:spPr>
          <a:xfrm>
            <a:off x="4840255" y="2728443"/>
            <a:ext cx="82377" cy="22972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5" name="Google Shape;2605;p31"/>
          <p:cNvSpPr/>
          <p:nvPr/>
        </p:nvSpPr>
        <p:spPr>
          <a:xfrm>
            <a:off x="5208886" y="2479976"/>
            <a:ext cx="121842" cy="29065"/>
          </a:xfrm>
          <a:custGeom>
            <a:avLst/>
            <a:gdLst/>
            <a:ahLst/>
            <a:cxnLst/>
            <a:rect l="l" t="t" r="r" b="b"/>
            <a:pathLst>
              <a:path w="9007" h="1436" extrusionOk="0">
                <a:moveTo>
                  <a:pt x="0" y="1"/>
                </a:moveTo>
                <a:lnTo>
                  <a:pt x="0" y="1435"/>
                </a:lnTo>
                <a:lnTo>
                  <a:pt x="9007" y="1435"/>
                </a:lnTo>
                <a:lnTo>
                  <a:pt x="900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6" name="Google Shape;2606;p31"/>
          <p:cNvSpPr/>
          <p:nvPr/>
        </p:nvSpPr>
        <p:spPr>
          <a:xfrm>
            <a:off x="6527537" y="3589688"/>
            <a:ext cx="233224" cy="38800"/>
          </a:xfrm>
          <a:custGeom>
            <a:avLst/>
            <a:gdLst/>
            <a:ahLst/>
            <a:cxnLst/>
            <a:rect l="l" t="t" r="r" b="b"/>
            <a:pathLst>
              <a:path w="5004" h="2303" extrusionOk="0">
                <a:moveTo>
                  <a:pt x="0" y="1"/>
                </a:moveTo>
                <a:lnTo>
                  <a:pt x="0" y="2302"/>
                </a:lnTo>
                <a:lnTo>
                  <a:pt x="5004" y="2302"/>
                </a:lnTo>
                <a:lnTo>
                  <a:pt x="50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7" name="Google Shape;2607;p31"/>
          <p:cNvSpPr/>
          <p:nvPr/>
        </p:nvSpPr>
        <p:spPr>
          <a:xfrm>
            <a:off x="3179729" y="2240808"/>
            <a:ext cx="118072" cy="18963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8" name="Google Shape;2608;p31"/>
          <p:cNvSpPr/>
          <p:nvPr/>
        </p:nvSpPr>
        <p:spPr>
          <a:xfrm>
            <a:off x="2071954" y="2400451"/>
            <a:ext cx="219909" cy="35143"/>
          </a:xfrm>
          <a:custGeom>
            <a:avLst/>
            <a:gdLst/>
            <a:ahLst/>
            <a:cxnLst/>
            <a:rect l="l" t="t" r="r" b="b"/>
            <a:pathLst>
              <a:path w="8141" h="1301" extrusionOk="0">
                <a:moveTo>
                  <a:pt x="1" y="0"/>
                </a:moveTo>
                <a:lnTo>
                  <a:pt x="1" y="1301"/>
                </a:lnTo>
                <a:lnTo>
                  <a:pt x="8140" y="1301"/>
                </a:lnTo>
                <a:lnTo>
                  <a:pt x="81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9" name="Google Shape;2609;p31"/>
          <p:cNvSpPr/>
          <p:nvPr/>
        </p:nvSpPr>
        <p:spPr>
          <a:xfrm>
            <a:off x="5859833" y="1343191"/>
            <a:ext cx="667722" cy="60400"/>
          </a:xfrm>
          <a:custGeom>
            <a:avLst/>
            <a:gdLst/>
            <a:ahLst/>
            <a:cxnLst/>
            <a:rect l="l" t="t" r="r" b="b"/>
            <a:pathLst>
              <a:path w="24719" h="2236" extrusionOk="0">
                <a:moveTo>
                  <a:pt x="1" y="0"/>
                </a:moveTo>
                <a:lnTo>
                  <a:pt x="1" y="2235"/>
                </a:lnTo>
                <a:lnTo>
                  <a:pt x="24719" y="2235"/>
                </a:lnTo>
                <a:lnTo>
                  <a:pt x="24719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0" name="Google Shape;2610;p31"/>
          <p:cNvSpPr/>
          <p:nvPr/>
        </p:nvSpPr>
        <p:spPr>
          <a:xfrm>
            <a:off x="5011460" y="2270790"/>
            <a:ext cx="125284" cy="35170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0" y="1"/>
                </a:moveTo>
                <a:lnTo>
                  <a:pt x="0" y="1301"/>
                </a:lnTo>
                <a:lnTo>
                  <a:pt x="4637" y="1301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1" name="Google Shape;2611;p31"/>
          <p:cNvSpPr/>
          <p:nvPr/>
        </p:nvSpPr>
        <p:spPr>
          <a:xfrm>
            <a:off x="5572167" y="2580165"/>
            <a:ext cx="125272" cy="49582"/>
          </a:xfrm>
          <a:custGeom>
            <a:avLst/>
            <a:gdLst/>
            <a:ahLst/>
            <a:cxnLst/>
            <a:rect l="l" t="t" r="r" b="b"/>
            <a:pathLst>
              <a:path w="4638" h="2936" extrusionOk="0">
                <a:moveTo>
                  <a:pt x="0" y="1"/>
                </a:moveTo>
                <a:lnTo>
                  <a:pt x="0" y="2936"/>
                </a:lnTo>
                <a:lnTo>
                  <a:pt x="4637" y="2936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2" name="Google Shape;2612;p31"/>
          <p:cNvSpPr/>
          <p:nvPr/>
        </p:nvSpPr>
        <p:spPr>
          <a:xfrm>
            <a:off x="5473574" y="3090350"/>
            <a:ext cx="125269" cy="55879"/>
          </a:xfrm>
          <a:custGeom>
            <a:avLst/>
            <a:gdLst/>
            <a:ahLst/>
            <a:cxnLst/>
            <a:rect l="l" t="t" r="r" b="b"/>
            <a:pathLst>
              <a:path w="4637" h="2936" extrusionOk="0">
                <a:moveTo>
                  <a:pt x="0" y="0"/>
                </a:moveTo>
                <a:lnTo>
                  <a:pt x="0" y="2935"/>
                </a:lnTo>
                <a:lnTo>
                  <a:pt x="4637" y="2935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3" name="Google Shape;2613;p31"/>
          <p:cNvSpPr/>
          <p:nvPr/>
        </p:nvSpPr>
        <p:spPr>
          <a:xfrm>
            <a:off x="3773648" y="1853602"/>
            <a:ext cx="118963" cy="18936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4" name="Google Shape;2614;p31"/>
          <p:cNvSpPr/>
          <p:nvPr/>
        </p:nvSpPr>
        <p:spPr>
          <a:xfrm>
            <a:off x="6809274" y="2646691"/>
            <a:ext cx="668613" cy="61291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1" y="1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5" name="Google Shape;2615;p31"/>
          <p:cNvSpPr/>
          <p:nvPr/>
        </p:nvSpPr>
        <p:spPr>
          <a:xfrm rot="10800000" flipH="1">
            <a:off x="1637675" y="1466929"/>
            <a:ext cx="612752" cy="30649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6" name="Google Shape;2616;p31"/>
          <p:cNvSpPr/>
          <p:nvPr/>
        </p:nvSpPr>
        <p:spPr>
          <a:xfrm>
            <a:off x="2205789" y="1742873"/>
            <a:ext cx="66721" cy="18963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7" name="Google Shape;2617;p31"/>
          <p:cNvSpPr/>
          <p:nvPr/>
        </p:nvSpPr>
        <p:spPr>
          <a:xfrm>
            <a:off x="2063433" y="1932095"/>
            <a:ext cx="67612" cy="18963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8" name="Google Shape;2618;p31"/>
          <p:cNvSpPr/>
          <p:nvPr/>
        </p:nvSpPr>
        <p:spPr>
          <a:xfrm>
            <a:off x="2371591" y="1859108"/>
            <a:ext cx="125284" cy="35170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1"/>
                </a:moveTo>
                <a:lnTo>
                  <a:pt x="1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9" name="Google Shape;2619;p31"/>
          <p:cNvSpPr/>
          <p:nvPr/>
        </p:nvSpPr>
        <p:spPr>
          <a:xfrm>
            <a:off x="2856012" y="1596111"/>
            <a:ext cx="248754" cy="38779"/>
          </a:xfrm>
          <a:custGeom>
            <a:avLst/>
            <a:gdLst/>
            <a:ahLst/>
            <a:cxnLst/>
            <a:rect l="l" t="t" r="r" b="b"/>
            <a:pathLst>
              <a:path w="9208" h="2569" extrusionOk="0">
                <a:moveTo>
                  <a:pt x="1" y="0"/>
                </a:moveTo>
                <a:lnTo>
                  <a:pt x="1" y="2569"/>
                </a:lnTo>
                <a:lnTo>
                  <a:pt x="9207" y="2569"/>
                </a:lnTo>
                <a:lnTo>
                  <a:pt x="920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0" name="Google Shape;2620;p31"/>
          <p:cNvSpPr/>
          <p:nvPr/>
        </p:nvSpPr>
        <p:spPr>
          <a:xfrm>
            <a:off x="5203636" y="1795142"/>
            <a:ext cx="67585" cy="18963"/>
          </a:xfrm>
          <a:custGeom>
            <a:avLst/>
            <a:gdLst/>
            <a:ahLst/>
            <a:cxnLst/>
            <a:rect l="l" t="t" r="r" b="b"/>
            <a:pathLst>
              <a:path w="2502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1" name="Google Shape;2621;p31"/>
          <p:cNvSpPr/>
          <p:nvPr/>
        </p:nvSpPr>
        <p:spPr>
          <a:xfrm>
            <a:off x="4816950" y="1123650"/>
            <a:ext cx="219901" cy="330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2" name="Google Shape;2622;p31"/>
          <p:cNvSpPr/>
          <p:nvPr/>
        </p:nvSpPr>
        <p:spPr>
          <a:xfrm>
            <a:off x="4112436" y="1180425"/>
            <a:ext cx="295574" cy="35134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0"/>
                </a:moveTo>
                <a:lnTo>
                  <a:pt x="0" y="1301"/>
                </a:lnTo>
                <a:lnTo>
                  <a:pt x="4637" y="1301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3" name="Google Shape;2623;p31"/>
          <p:cNvSpPr/>
          <p:nvPr/>
        </p:nvSpPr>
        <p:spPr>
          <a:xfrm>
            <a:off x="5572190" y="1783876"/>
            <a:ext cx="125245" cy="60401"/>
          </a:xfrm>
          <a:custGeom>
            <a:avLst/>
            <a:gdLst/>
            <a:ahLst/>
            <a:cxnLst/>
            <a:rect l="l" t="t" r="r" b="b"/>
            <a:pathLst>
              <a:path w="4637" h="2936" extrusionOk="0">
                <a:moveTo>
                  <a:pt x="0" y="0"/>
                </a:moveTo>
                <a:lnTo>
                  <a:pt x="0" y="2936"/>
                </a:lnTo>
                <a:lnTo>
                  <a:pt x="4637" y="2936"/>
                </a:lnTo>
                <a:lnTo>
                  <a:pt x="463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4" name="Google Shape;2624;p31"/>
          <p:cNvSpPr/>
          <p:nvPr/>
        </p:nvSpPr>
        <p:spPr>
          <a:xfrm>
            <a:off x="4419429" y="1563487"/>
            <a:ext cx="138790" cy="38763"/>
          </a:xfrm>
          <a:custGeom>
            <a:avLst/>
            <a:gdLst/>
            <a:ahLst/>
            <a:cxnLst/>
            <a:rect l="l" t="t" r="r" b="b"/>
            <a:pathLst>
              <a:path w="5138" h="1435" extrusionOk="0">
                <a:moveTo>
                  <a:pt x="1" y="1"/>
                </a:moveTo>
                <a:lnTo>
                  <a:pt x="1" y="1435"/>
                </a:lnTo>
                <a:lnTo>
                  <a:pt x="5138" y="1435"/>
                </a:lnTo>
                <a:lnTo>
                  <a:pt x="513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5" name="Google Shape;2625;p31"/>
          <p:cNvSpPr/>
          <p:nvPr/>
        </p:nvSpPr>
        <p:spPr>
          <a:xfrm>
            <a:off x="3985387" y="2823035"/>
            <a:ext cx="612749" cy="29752"/>
          </a:xfrm>
          <a:custGeom>
            <a:avLst/>
            <a:gdLst/>
            <a:ahLst/>
            <a:cxnLst/>
            <a:rect l="l" t="t" r="r" b="b"/>
            <a:pathLst>
              <a:path w="9207" h="2603" extrusionOk="0">
                <a:moveTo>
                  <a:pt x="0" y="0"/>
                </a:moveTo>
                <a:lnTo>
                  <a:pt x="0" y="2602"/>
                </a:lnTo>
                <a:lnTo>
                  <a:pt x="9207" y="2602"/>
                </a:lnTo>
                <a:lnTo>
                  <a:pt x="920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6" name="Google Shape;2626;p31"/>
          <p:cNvSpPr/>
          <p:nvPr/>
        </p:nvSpPr>
        <p:spPr>
          <a:xfrm>
            <a:off x="5340589" y="1509381"/>
            <a:ext cx="109941" cy="30659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p31"/>
          <p:cNvSpPr/>
          <p:nvPr/>
        </p:nvSpPr>
        <p:spPr>
          <a:xfrm>
            <a:off x="4100783" y="2437756"/>
            <a:ext cx="125269" cy="18970"/>
          </a:xfrm>
          <a:custGeom>
            <a:avLst/>
            <a:gdLst/>
            <a:ahLst/>
            <a:cxnLst/>
            <a:rect l="l" t="t" r="r" b="b"/>
            <a:pathLst>
              <a:path w="4637" h="1302" extrusionOk="0">
                <a:moveTo>
                  <a:pt x="0" y="1"/>
                </a:moveTo>
                <a:lnTo>
                  <a:pt x="0" y="1302"/>
                </a:lnTo>
                <a:lnTo>
                  <a:pt x="4637" y="1302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8" name="Google Shape;2628;p31"/>
          <p:cNvSpPr/>
          <p:nvPr/>
        </p:nvSpPr>
        <p:spPr>
          <a:xfrm>
            <a:off x="3612288" y="3713401"/>
            <a:ext cx="289277" cy="46622"/>
          </a:xfrm>
          <a:custGeom>
            <a:avLst/>
            <a:gdLst/>
            <a:ahLst/>
            <a:cxnLst/>
            <a:rect l="l" t="t" r="r" b="b"/>
            <a:pathLst>
              <a:path w="10709" h="2970" extrusionOk="0">
                <a:moveTo>
                  <a:pt x="1" y="1"/>
                </a:moveTo>
                <a:lnTo>
                  <a:pt x="1" y="2970"/>
                </a:lnTo>
                <a:lnTo>
                  <a:pt x="10708" y="2970"/>
                </a:lnTo>
                <a:lnTo>
                  <a:pt x="10708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9" name="Google Shape;2629;p31"/>
          <p:cNvSpPr/>
          <p:nvPr/>
        </p:nvSpPr>
        <p:spPr>
          <a:xfrm>
            <a:off x="1239425" y="2358351"/>
            <a:ext cx="268748" cy="22599"/>
          </a:xfrm>
          <a:custGeom>
            <a:avLst/>
            <a:gdLst/>
            <a:ahLst/>
            <a:cxnLst/>
            <a:rect l="l" t="t" r="r" b="b"/>
            <a:pathLst>
              <a:path w="3203" h="835" extrusionOk="0">
                <a:moveTo>
                  <a:pt x="1" y="1"/>
                </a:moveTo>
                <a:lnTo>
                  <a:pt x="1" y="834"/>
                </a:lnTo>
                <a:lnTo>
                  <a:pt x="3203" y="834"/>
                </a:lnTo>
                <a:lnTo>
                  <a:pt x="32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0" name="Google Shape;2630;p31"/>
          <p:cNvSpPr/>
          <p:nvPr/>
        </p:nvSpPr>
        <p:spPr>
          <a:xfrm>
            <a:off x="6328522" y="1588519"/>
            <a:ext cx="105169" cy="70125"/>
          </a:xfrm>
          <a:custGeom>
            <a:avLst/>
            <a:gdLst/>
            <a:ahLst/>
            <a:cxnLst/>
            <a:rect l="l" t="t" r="r" b="b"/>
            <a:pathLst>
              <a:path w="2803" h="1869" extrusionOk="0">
                <a:moveTo>
                  <a:pt x="1" y="0"/>
                </a:moveTo>
                <a:lnTo>
                  <a:pt x="1" y="1868"/>
                </a:lnTo>
                <a:lnTo>
                  <a:pt x="2803" y="1868"/>
                </a:lnTo>
                <a:lnTo>
                  <a:pt x="280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1" name="Google Shape;2631;p31"/>
          <p:cNvSpPr/>
          <p:nvPr/>
        </p:nvSpPr>
        <p:spPr>
          <a:xfrm>
            <a:off x="2021822" y="1247726"/>
            <a:ext cx="320163" cy="3358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0" y="0"/>
                </a:moveTo>
                <a:lnTo>
                  <a:pt x="0" y="2069"/>
                </a:lnTo>
                <a:lnTo>
                  <a:pt x="16445" y="2069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2" name="Google Shape;2632;p31"/>
          <p:cNvSpPr/>
          <p:nvPr/>
        </p:nvSpPr>
        <p:spPr>
          <a:xfrm>
            <a:off x="3329232" y="1255273"/>
            <a:ext cx="320163" cy="33049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1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3" name="Google Shape;2633;p31"/>
          <p:cNvSpPr/>
          <p:nvPr/>
        </p:nvSpPr>
        <p:spPr>
          <a:xfrm>
            <a:off x="1508163" y="1733102"/>
            <a:ext cx="1102678" cy="33043"/>
          </a:xfrm>
          <a:custGeom>
            <a:avLst/>
            <a:gdLst/>
            <a:ahLst/>
            <a:cxnLst/>
            <a:rect l="l" t="t" r="r" b="b"/>
            <a:pathLst>
              <a:path w="56642" h="4037" extrusionOk="0">
                <a:moveTo>
                  <a:pt x="1" y="0"/>
                </a:moveTo>
                <a:lnTo>
                  <a:pt x="1" y="4036"/>
                </a:lnTo>
                <a:lnTo>
                  <a:pt x="56641" y="4036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4" name="Google Shape;2634;p31"/>
          <p:cNvSpPr/>
          <p:nvPr/>
        </p:nvSpPr>
        <p:spPr>
          <a:xfrm>
            <a:off x="2084160" y="3401327"/>
            <a:ext cx="195473" cy="20047"/>
          </a:xfrm>
          <a:custGeom>
            <a:avLst/>
            <a:gdLst/>
            <a:ahLst/>
            <a:cxnLst/>
            <a:rect l="l" t="t" r="r" b="b"/>
            <a:pathLst>
              <a:path w="10041" h="1235" extrusionOk="0">
                <a:moveTo>
                  <a:pt x="0" y="0"/>
                </a:moveTo>
                <a:lnTo>
                  <a:pt x="0" y="1235"/>
                </a:lnTo>
                <a:lnTo>
                  <a:pt x="10041" y="1235"/>
                </a:lnTo>
                <a:lnTo>
                  <a:pt x="100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5" name="Google Shape;2635;p31"/>
          <p:cNvSpPr/>
          <p:nvPr/>
        </p:nvSpPr>
        <p:spPr>
          <a:xfrm>
            <a:off x="2227672" y="3089582"/>
            <a:ext cx="320163" cy="33049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0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6" name="Google Shape;2636;p31"/>
          <p:cNvSpPr/>
          <p:nvPr/>
        </p:nvSpPr>
        <p:spPr>
          <a:xfrm>
            <a:off x="3161470" y="3128232"/>
            <a:ext cx="320163" cy="3358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0" y="0"/>
                </a:moveTo>
                <a:lnTo>
                  <a:pt x="0" y="2068"/>
                </a:lnTo>
                <a:lnTo>
                  <a:pt x="16445" y="2068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7" name="Google Shape;2637;p31"/>
          <p:cNvSpPr/>
          <p:nvPr/>
        </p:nvSpPr>
        <p:spPr>
          <a:xfrm rot="10800000" flipH="1">
            <a:off x="4254825" y="951426"/>
            <a:ext cx="468007" cy="27426"/>
          </a:xfrm>
          <a:custGeom>
            <a:avLst/>
            <a:gdLst/>
            <a:ahLst/>
            <a:cxnLst/>
            <a:rect l="l" t="t" r="r" b="b"/>
            <a:pathLst>
              <a:path w="10042" h="1269" extrusionOk="0">
                <a:moveTo>
                  <a:pt x="1" y="1"/>
                </a:moveTo>
                <a:lnTo>
                  <a:pt x="1" y="1269"/>
                </a:lnTo>
                <a:lnTo>
                  <a:pt x="10041" y="1269"/>
                </a:lnTo>
                <a:lnTo>
                  <a:pt x="100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8" name="Google Shape;2638;p31"/>
          <p:cNvSpPr/>
          <p:nvPr/>
        </p:nvSpPr>
        <p:spPr>
          <a:xfrm>
            <a:off x="2910170" y="1097060"/>
            <a:ext cx="320163" cy="3358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1" y="1"/>
                </a:moveTo>
                <a:lnTo>
                  <a:pt x="1" y="2069"/>
                </a:lnTo>
                <a:lnTo>
                  <a:pt x="16446" y="2069"/>
                </a:lnTo>
                <a:lnTo>
                  <a:pt x="1644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9" name="Google Shape;2639;p31"/>
          <p:cNvSpPr/>
          <p:nvPr/>
        </p:nvSpPr>
        <p:spPr>
          <a:xfrm>
            <a:off x="5365500" y="1214553"/>
            <a:ext cx="2071889" cy="32525"/>
          </a:xfrm>
          <a:custGeom>
            <a:avLst/>
            <a:gdLst/>
            <a:ahLst/>
            <a:cxnLst/>
            <a:rect l="l" t="t" r="r" b="b"/>
            <a:pathLst>
              <a:path w="144938" h="535" extrusionOk="0">
                <a:moveTo>
                  <a:pt x="1" y="1"/>
                </a:moveTo>
                <a:lnTo>
                  <a:pt x="1" y="534"/>
                </a:lnTo>
                <a:lnTo>
                  <a:pt x="144938" y="534"/>
                </a:lnTo>
                <a:lnTo>
                  <a:pt x="14493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0" name="Google Shape;2640;p31"/>
          <p:cNvSpPr/>
          <p:nvPr/>
        </p:nvSpPr>
        <p:spPr>
          <a:xfrm>
            <a:off x="5194573" y="994424"/>
            <a:ext cx="401984" cy="41718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1" name="Google Shape;2641;p31"/>
          <p:cNvSpPr/>
          <p:nvPr/>
        </p:nvSpPr>
        <p:spPr>
          <a:xfrm>
            <a:off x="5849677" y="1752627"/>
            <a:ext cx="320163" cy="3358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1" y="0"/>
                </a:moveTo>
                <a:lnTo>
                  <a:pt x="1" y="2068"/>
                </a:lnTo>
                <a:lnTo>
                  <a:pt x="16446" y="2068"/>
                </a:lnTo>
                <a:lnTo>
                  <a:pt x="164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2" name="Google Shape;2642;p31"/>
          <p:cNvSpPr/>
          <p:nvPr/>
        </p:nvSpPr>
        <p:spPr>
          <a:xfrm>
            <a:off x="5491950" y="2105997"/>
            <a:ext cx="2063300" cy="25475"/>
          </a:xfrm>
          <a:custGeom>
            <a:avLst/>
            <a:gdLst/>
            <a:ahLst/>
            <a:cxnLst/>
            <a:rect l="l" t="t" r="r" b="b"/>
            <a:pathLst>
              <a:path w="144971" h="568" extrusionOk="0">
                <a:moveTo>
                  <a:pt x="1" y="1"/>
                </a:moveTo>
                <a:lnTo>
                  <a:pt x="1" y="568"/>
                </a:lnTo>
                <a:lnTo>
                  <a:pt x="144971" y="568"/>
                </a:lnTo>
                <a:lnTo>
                  <a:pt x="1449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3" name="Google Shape;2643;p31"/>
          <p:cNvSpPr/>
          <p:nvPr/>
        </p:nvSpPr>
        <p:spPr>
          <a:xfrm>
            <a:off x="4584895" y="3766284"/>
            <a:ext cx="320163" cy="3358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1" y="1"/>
                </a:moveTo>
                <a:lnTo>
                  <a:pt x="1" y="2069"/>
                </a:lnTo>
                <a:lnTo>
                  <a:pt x="16446" y="2069"/>
                </a:lnTo>
                <a:lnTo>
                  <a:pt x="1644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4" name="Google Shape;2644;p31"/>
          <p:cNvSpPr/>
          <p:nvPr/>
        </p:nvSpPr>
        <p:spPr>
          <a:xfrm>
            <a:off x="5808772" y="3531284"/>
            <a:ext cx="401984" cy="41701"/>
          </a:xfrm>
          <a:custGeom>
            <a:avLst/>
            <a:gdLst/>
            <a:ahLst/>
            <a:cxnLst/>
            <a:rect l="l" t="t" r="r" b="b"/>
            <a:pathLst>
              <a:path w="20649" h="2569" extrusionOk="0">
                <a:moveTo>
                  <a:pt x="0" y="0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5" name="Google Shape;2645;p31"/>
          <p:cNvSpPr/>
          <p:nvPr/>
        </p:nvSpPr>
        <p:spPr>
          <a:xfrm>
            <a:off x="4876675" y="2868447"/>
            <a:ext cx="3008873" cy="33051"/>
          </a:xfrm>
          <a:custGeom>
            <a:avLst/>
            <a:gdLst/>
            <a:ahLst/>
            <a:cxnLst/>
            <a:rect l="l" t="t" r="r" b="b"/>
            <a:pathLst>
              <a:path w="144971" h="568" extrusionOk="0">
                <a:moveTo>
                  <a:pt x="1" y="1"/>
                </a:moveTo>
                <a:lnTo>
                  <a:pt x="1" y="568"/>
                </a:lnTo>
                <a:lnTo>
                  <a:pt x="144971" y="568"/>
                </a:lnTo>
                <a:lnTo>
                  <a:pt x="1449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6" name="Google Shape;2646;p31"/>
          <p:cNvSpPr/>
          <p:nvPr/>
        </p:nvSpPr>
        <p:spPr>
          <a:xfrm>
            <a:off x="1201050" y="1915173"/>
            <a:ext cx="709109" cy="29025"/>
          </a:xfrm>
          <a:custGeom>
            <a:avLst/>
            <a:gdLst/>
            <a:ahLst/>
            <a:cxnLst/>
            <a:rect l="l" t="t" r="r" b="b"/>
            <a:pathLst>
              <a:path w="144938" h="568" extrusionOk="0">
                <a:moveTo>
                  <a:pt x="0" y="0"/>
                </a:moveTo>
                <a:lnTo>
                  <a:pt x="0" y="567"/>
                </a:lnTo>
                <a:lnTo>
                  <a:pt x="144937" y="567"/>
                </a:lnTo>
                <a:lnTo>
                  <a:pt x="14493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7" name="Google Shape;2647;p31"/>
          <p:cNvSpPr/>
          <p:nvPr/>
        </p:nvSpPr>
        <p:spPr>
          <a:xfrm>
            <a:off x="6660650" y="2327048"/>
            <a:ext cx="1102678" cy="32275"/>
          </a:xfrm>
          <a:custGeom>
            <a:avLst/>
            <a:gdLst/>
            <a:ahLst/>
            <a:cxnLst/>
            <a:rect l="l" t="t" r="r" b="b"/>
            <a:pathLst>
              <a:path w="56642" h="4070" extrusionOk="0">
                <a:moveTo>
                  <a:pt x="1" y="0"/>
                </a:moveTo>
                <a:lnTo>
                  <a:pt x="1" y="4070"/>
                </a:lnTo>
                <a:lnTo>
                  <a:pt x="56641" y="4070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8" name="Google Shape;2648;p31"/>
          <p:cNvSpPr/>
          <p:nvPr/>
        </p:nvSpPr>
        <p:spPr>
          <a:xfrm rot="10800000" flipH="1">
            <a:off x="4967051" y="3272643"/>
            <a:ext cx="2470468" cy="20025"/>
          </a:xfrm>
          <a:custGeom>
            <a:avLst/>
            <a:gdLst/>
            <a:ahLst/>
            <a:cxnLst/>
            <a:rect l="l" t="t" r="r" b="b"/>
            <a:pathLst>
              <a:path w="144938" h="568" extrusionOk="0">
                <a:moveTo>
                  <a:pt x="1" y="0"/>
                </a:moveTo>
                <a:lnTo>
                  <a:pt x="1" y="567"/>
                </a:lnTo>
                <a:lnTo>
                  <a:pt x="144938" y="567"/>
                </a:lnTo>
                <a:lnTo>
                  <a:pt x="14493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9" name="Google Shape;2649;p31"/>
          <p:cNvSpPr/>
          <p:nvPr/>
        </p:nvSpPr>
        <p:spPr>
          <a:xfrm>
            <a:off x="4645237" y="1302550"/>
            <a:ext cx="132902" cy="34627"/>
          </a:xfrm>
          <a:custGeom>
            <a:avLst/>
            <a:gdLst/>
            <a:ahLst/>
            <a:cxnLst/>
            <a:rect l="l" t="t" r="r" b="b"/>
            <a:pathLst>
              <a:path w="3204" h="835" extrusionOk="0">
                <a:moveTo>
                  <a:pt x="1" y="1"/>
                </a:moveTo>
                <a:lnTo>
                  <a:pt x="1" y="834"/>
                </a:lnTo>
                <a:lnTo>
                  <a:pt x="3203" y="834"/>
                </a:lnTo>
                <a:lnTo>
                  <a:pt x="32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0" name="Google Shape;2650;p31"/>
          <p:cNvSpPr/>
          <p:nvPr/>
        </p:nvSpPr>
        <p:spPr>
          <a:xfrm rot="10800000" flipH="1">
            <a:off x="2595516" y="1203160"/>
            <a:ext cx="177150" cy="25476"/>
          </a:xfrm>
          <a:custGeom>
            <a:avLst/>
            <a:gdLst/>
            <a:ahLst/>
            <a:cxnLst/>
            <a:rect l="l" t="t" r="r" b="b"/>
            <a:pathLst>
              <a:path w="3203" h="835" extrusionOk="0">
                <a:moveTo>
                  <a:pt x="0" y="1"/>
                </a:moveTo>
                <a:lnTo>
                  <a:pt x="0" y="835"/>
                </a:lnTo>
                <a:lnTo>
                  <a:pt x="3202" y="835"/>
                </a:lnTo>
                <a:lnTo>
                  <a:pt x="32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1" name="Google Shape;2651;p31"/>
          <p:cNvSpPr/>
          <p:nvPr/>
        </p:nvSpPr>
        <p:spPr>
          <a:xfrm>
            <a:off x="5844025" y="3091500"/>
            <a:ext cx="250119" cy="22598"/>
          </a:xfrm>
          <a:custGeom>
            <a:avLst/>
            <a:gdLst/>
            <a:ahLst/>
            <a:cxnLst/>
            <a:rect l="l" t="t" r="r" b="b"/>
            <a:pathLst>
              <a:path w="24752" h="2270" extrusionOk="0">
                <a:moveTo>
                  <a:pt x="1" y="1"/>
                </a:moveTo>
                <a:lnTo>
                  <a:pt x="1" y="2269"/>
                </a:lnTo>
                <a:lnTo>
                  <a:pt x="24752" y="2269"/>
                </a:lnTo>
                <a:lnTo>
                  <a:pt x="247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2" name="Google Shape;2652;p31"/>
          <p:cNvSpPr/>
          <p:nvPr/>
        </p:nvSpPr>
        <p:spPr>
          <a:xfrm>
            <a:off x="2244300" y="2094296"/>
            <a:ext cx="125527" cy="79473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3" name="Google Shape;2653;p31"/>
          <p:cNvSpPr/>
          <p:nvPr/>
        </p:nvSpPr>
        <p:spPr>
          <a:xfrm flipH="1">
            <a:off x="2858199" y="2688232"/>
            <a:ext cx="88475" cy="46625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4" name="Google Shape;2654;p31"/>
          <p:cNvSpPr/>
          <p:nvPr/>
        </p:nvSpPr>
        <p:spPr>
          <a:xfrm rot="10800000" flipH="1">
            <a:off x="3230325" y="2777787"/>
            <a:ext cx="547799" cy="32026"/>
          </a:xfrm>
          <a:custGeom>
            <a:avLst/>
            <a:gdLst/>
            <a:ahLst/>
            <a:cxnLst/>
            <a:rect l="l" t="t" r="r" b="b"/>
            <a:pathLst>
              <a:path w="4605" h="1302" extrusionOk="0">
                <a:moveTo>
                  <a:pt x="1" y="0"/>
                </a:moveTo>
                <a:lnTo>
                  <a:pt x="1" y="1301"/>
                </a:lnTo>
                <a:lnTo>
                  <a:pt x="4604" y="1301"/>
                </a:lnTo>
                <a:lnTo>
                  <a:pt x="46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5" name="Google Shape;2655;p31"/>
          <p:cNvSpPr/>
          <p:nvPr/>
        </p:nvSpPr>
        <p:spPr>
          <a:xfrm>
            <a:off x="6076078" y="2553520"/>
            <a:ext cx="124611" cy="49681"/>
          </a:xfrm>
          <a:custGeom>
            <a:avLst/>
            <a:gdLst/>
            <a:ahLst/>
            <a:cxnLst/>
            <a:rect l="l" t="t" r="r" b="b"/>
            <a:pathLst>
              <a:path w="4605" h="2970" extrusionOk="0">
                <a:moveTo>
                  <a:pt x="1" y="1"/>
                </a:moveTo>
                <a:lnTo>
                  <a:pt x="1" y="2969"/>
                </a:lnTo>
                <a:lnTo>
                  <a:pt x="4604" y="2969"/>
                </a:lnTo>
                <a:lnTo>
                  <a:pt x="46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6" name="Google Shape;2656;p31"/>
          <p:cNvSpPr/>
          <p:nvPr/>
        </p:nvSpPr>
        <p:spPr>
          <a:xfrm>
            <a:off x="2547818" y="2479156"/>
            <a:ext cx="111054" cy="30713"/>
          </a:xfrm>
          <a:custGeom>
            <a:avLst/>
            <a:gdLst/>
            <a:ahLst/>
            <a:cxnLst/>
            <a:rect l="l" t="t" r="r" b="b"/>
            <a:pathLst>
              <a:path w="4104" h="1135" extrusionOk="0">
                <a:moveTo>
                  <a:pt x="1" y="0"/>
                </a:moveTo>
                <a:lnTo>
                  <a:pt x="1" y="1134"/>
                </a:lnTo>
                <a:lnTo>
                  <a:pt x="4103" y="1134"/>
                </a:lnTo>
                <a:lnTo>
                  <a:pt x="41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7" name="Google Shape;2657;p31"/>
          <p:cNvSpPr/>
          <p:nvPr/>
        </p:nvSpPr>
        <p:spPr>
          <a:xfrm>
            <a:off x="2808351" y="1977307"/>
            <a:ext cx="371390" cy="22601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1"/>
                </a:moveTo>
                <a:lnTo>
                  <a:pt x="0" y="1869"/>
                </a:lnTo>
                <a:lnTo>
                  <a:pt x="19247" y="1869"/>
                </a:lnTo>
                <a:lnTo>
                  <a:pt x="192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8" name="Google Shape;2658;p31"/>
          <p:cNvSpPr/>
          <p:nvPr/>
        </p:nvSpPr>
        <p:spPr>
          <a:xfrm>
            <a:off x="3589220" y="2062473"/>
            <a:ext cx="194994" cy="30713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1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9" name="Google Shape;2659;p31"/>
          <p:cNvSpPr/>
          <p:nvPr/>
        </p:nvSpPr>
        <p:spPr>
          <a:xfrm>
            <a:off x="6460856" y="1833640"/>
            <a:ext cx="125504" cy="35232"/>
          </a:xfrm>
          <a:custGeom>
            <a:avLst/>
            <a:gdLst/>
            <a:ahLst/>
            <a:cxnLst/>
            <a:rect l="l" t="t" r="r" b="b"/>
            <a:pathLst>
              <a:path w="4638" h="1302" extrusionOk="0">
                <a:moveTo>
                  <a:pt x="1" y="0"/>
                </a:moveTo>
                <a:lnTo>
                  <a:pt x="1" y="1301"/>
                </a:lnTo>
                <a:lnTo>
                  <a:pt x="4637" y="1301"/>
                </a:lnTo>
                <a:lnTo>
                  <a:pt x="46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0" name="Google Shape;2660;p31"/>
          <p:cNvSpPr/>
          <p:nvPr/>
        </p:nvSpPr>
        <p:spPr>
          <a:xfrm>
            <a:off x="6188852" y="2269310"/>
            <a:ext cx="67704" cy="18969"/>
          </a:xfrm>
          <a:custGeom>
            <a:avLst/>
            <a:gdLst/>
            <a:ahLst/>
            <a:cxnLst/>
            <a:rect l="l" t="t" r="r" b="b"/>
            <a:pathLst>
              <a:path w="2502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1" name="Google Shape;2661;p31"/>
          <p:cNvSpPr/>
          <p:nvPr/>
        </p:nvSpPr>
        <p:spPr>
          <a:xfrm>
            <a:off x="3692175" y="1443645"/>
            <a:ext cx="194068" cy="50575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2" name="Google Shape;2662;p31"/>
          <p:cNvSpPr/>
          <p:nvPr/>
        </p:nvSpPr>
        <p:spPr>
          <a:xfrm>
            <a:off x="3519750" y="2313846"/>
            <a:ext cx="439617" cy="33598"/>
          </a:xfrm>
          <a:custGeom>
            <a:avLst/>
            <a:gdLst/>
            <a:ahLst/>
            <a:cxnLst/>
            <a:rect l="l" t="t" r="r" b="b"/>
            <a:pathLst>
              <a:path w="16246" h="2603" extrusionOk="0">
                <a:moveTo>
                  <a:pt x="0" y="1"/>
                </a:moveTo>
                <a:lnTo>
                  <a:pt x="0" y="2602"/>
                </a:lnTo>
                <a:lnTo>
                  <a:pt x="16245" y="2602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3" name="Google Shape;2663;p31"/>
          <p:cNvSpPr/>
          <p:nvPr/>
        </p:nvSpPr>
        <p:spPr>
          <a:xfrm>
            <a:off x="4786164" y="1468916"/>
            <a:ext cx="194074" cy="31606"/>
          </a:xfrm>
          <a:custGeom>
            <a:avLst/>
            <a:gdLst/>
            <a:ahLst/>
            <a:cxnLst/>
            <a:rect l="l" t="t" r="r" b="b"/>
            <a:pathLst>
              <a:path w="7172" h="1168" extrusionOk="0">
                <a:moveTo>
                  <a:pt x="0" y="0"/>
                </a:moveTo>
                <a:lnTo>
                  <a:pt x="0" y="1168"/>
                </a:lnTo>
                <a:lnTo>
                  <a:pt x="7172" y="1168"/>
                </a:lnTo>
                <a:lnTo>
                  <a:pt x="717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4" name="Google Shape;2664;p31"/>
          <p:cNvSpPr/>
          <p:nvPr/>
        </p:nvSpPr>
        <p:spPr>
          <a:xfrm>
            <a:off x="4682150" y="1974018"/>
            <a:ext cx="1175270" cy="22599"/>
          </a:xfrm>
          <a:custGeom>
            <a:avLst/>
            <a:gdLst/>
            <a:ahLst/>
            <a:cxnLst/>
            <a:rect l="l" t="t" r="r" b="b"/>
            <a:pathLst>
              <a:path w="43432" h="702" extrusionOk="0">
                <a:moveTo>
                  <a:pt x="1" y="1"/>
                </a:moveTo>
                <a:lnTo>
                  <a:pt x="1" y="701"/>
                </a:lnTo>
                <a:lnTo>
                  <a:pt x="43432" y="701"/>
                </a:lnTo>
                <a:lnTo>
                  <a:pt x="434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5" name="Google Shape;2665;p31"/>
          <p:cNvSpPr/>
          <p:nvPr/>
        </p:nvSpPr>
        <p:spPr>
          <a:xfrm>
            <a:off x="4187976" y="3598447"/>
            <a:ext cx="233227" cy="41725"/>
          </a:xfrm>
          <a:custGeom>
            <a:avLst/>
            <a:gdLst/>
            <a:ahLst/>
            <a:cxnLst/>
            <a:rect l="l" t="t" r="r" b="b"/>
            <a:pathLst>
              <a:path w="4370" h="701" extrusionOk="0">
                <a:moveTo>
                  <a:pt x="0" y="0"/>
                </a:moveTo>
                <a:lnTo>
                  <a:pt x="0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6" name="Google Shape;2666;p31"/>
          <p:cNvSpPr/>
          <p:nvPr/>
        </p:nvSpPr>
        <p:spPr>
          <a:xfrm>
            <a:off x="5074219" y="3590735"/>
            <a:ext cx="490275" cy="60506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0" y="0"/>
                </a:moveTo>
                <a:lnTo>
                  <a:pt x="0" y="2235"/>
                </a:lnTo>
                <a:lnTo>
                  <a:pt x="24751" y="2235"/>
                </a:lnTo>
                <a:lnTo>
                  <a:pt x="2475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7" name="Google Shape;2667;p31"/>
          <p:cNvSpPr/>
          <p:nvPr/>
        </p:nvSpPr>
        <p:spPr>
          <a:xfrm>
            <a:off x="3672149" y="3087754"/>
            <a:ext cx="194101" cy="30713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1" y="1"/>
                </a:moveTo>
                <a:lnTo>
                  <a:pt x="1" y="1135"/>
                </a:lnTo>
                <a:lnTo>
                  <a:pt x="7173" y="1135"/>
                </a:lnTo>
                <a:lnTo>
                  <a:pt x="717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8" name="Google Shape;2668;p31"/>
          <p:cNvSpPr/>
          <p:nvPr/>
        </p:nvSpPr>
        <p:spPr>
          <a:xfrm>
            <a:off x="1392713" y="3289548"/>
            <a:ext cx="1102678" cy="32275"/>
          </a:xfrm>
          <a:custGeom>
            <a:avLst/>
            <a:gdLst/>
            <a:ahLst/>
            <a:cxnLst/>
            <a:rect l="l" t="t" r="r" b="b"/>
            <a:pathLst>
              <a:path w="56642" h="4070" extrusionOk="0">
                <a:moveTo>
                  <a:pt x="1" y="0"/>
                </a:moveTo>
                <a:lnTo>
                  <a:pt x="1" y="4070"/>
                </a:lnTo>
                <a:lnTo>
                  <a:pt x="56641" y="4070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9" name="Google Shape;2669;p31"/>
          <p:cNvSpPr txBox="1">
            <a:spLocks noGrp="1"/>
          </p:cNvSpPr>
          <p:nvPr>
            <p:ph type="title"/>
          </p:nvPr>
        </p:nvSpPr>
        <p:spPr>
          <a:xfrm>
            <a:off x="902450" y="1316988"/>
            <a:ext cx="7715100" cy="23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+mj-lt"/>
              </a:rPr>
              <a:t>The Prisoners Dilemma</a:t>
            </a:r>
            <a:endParaRPr dirty="0">
              <a:latin typeface="+mj-lt"/>
            </a:endParaRPr>
          </a:p>
        </p:txBody>
      </p:sp>
      <p:grpSp>
        <p:nvGrpSpPr>
          <p:cNvPr id="2670" name="Google Shape;2670;p31"/>
          <p:cNvGrpSpPr/>
          <p:nvPr/>
        </p:nvGrpSpPr>
        <p:grpSpPr>
          <a:xfrm>
            <a:off x="1730085" y="1571537"/>
            <a:ext cx="6230977" cy="1800001"/>
            <a:chOff x="1497698" y="1342700"/>
            <a:chExt cx="6230977" cy="1800001"/>
          </a:xfrm>
        </p:grpSpPr>
        <p:sp>
          <p:nvSpPr>
            <p:cNvPr id="2671" name="Google Shape;2671;p31"/>
            <p:cNvSpPr/>
            <p:nvPr/>
          </p:nvSpPr>
          <p:spPr>
            <a:xfrm rot="10800000" flipH="1">
              <a:off x="6223588" y="1403933"/>
              <a:ext cx="284672" cy="23126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0" y="1"/>
                  </a:moveTo>
                  <a:lnTo>
                    <a:pt x="0" y="701"/>
                  </a:lnTo>
                  <a:lnTo>
                    <a:pt x="4370" y="701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1"/>
            <p:cNvSpPr/>
            <p:nvPr/>
          </p:nvSpPr>
          <p:spPr>
            <a:xfrm>
              <a:off x="2754450" y="2364775"/>
              <a:ext cx="129749" cy="50874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1"/>
            <p:cNvSpPr/>
            <p:nvPr/>
          </p:nvSpPr>
          <p:spPr>
            <a:xfrm rot="10800000" flipH="1">
              <a:off x="6104138" y="2083088"/>
              <a:ext cx="230975" cy="38800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0" y="1"/>
                  </a:moveTo>
                  <a:lnTo>
                    <a:pt x="0" y="701"/>
                  </a:lnTo>
                  <a:lnTo>
                    <a:pt x="4370" y="701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1"/>
            <p:cNvSpPr/>
            <p:nvPr/>
          </p:nvSpPr>
          <p:spPr>
            <a:xfrm>
              <a:off x="6551257" y="1710784"/>
              <a:ext cx="164000" cy="2630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1"/>
            <p:cNvSpPr/>
            <p:nvPr/>
          </p:nvSpPr>
          <p:spPr>
            <a:xfrm>
              <a:off x="2847822" y="3041794"/>
              <a:ext cx="105169" cy="70125"/>
            </a:xfrm>
            <a:custGeom>
              <a:avLst/>
              <a:gdLst/>
              <a:ahLst/>
              <a:cxnLst/>
              <a:rect l="l" t="t" r="r" b="b"/>
              <a:pathLst>
                <a:path w="2803" h="1869" extrusionOk="0">
                  <a:moveTo>
                    <a:pt x="1" y="0"/>
                  </a:moveTo>
                  <a:lnTo>
                    <a:pt x="1" y="1868"/>
                  </a:lnTo>
                  <a:lnTo>
                    <a:pt x="2803" y="1868"/>
                  </a:lnTo>
                  <a:lnTo>
                    <a:pt x="2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1"/>
            <p:cNvSpPr/>
            <p:nvPr/>
          </p:nvSpPr>
          <p:spPr>
            <a:xfrm rot="10800000" flipH="1">
              <a:off x="4559857" y="2071066"/>
              <a:ext cx="163993" cy="13550"/>
            </a:xfrm>
            <a:custGeom>
              <a:avLst/>
              <a:gdLst/>
              <a:ahLst/>
              <a:cxnLst/>
              <a:rect l="l" t="t" r="r" b="b"/>
              <a:pathLst>
                <a:path w="19248" h="1869" extrusionOk="0">
                  <a:moveTo>
                    <a:pt x="0" y="1"/>
                  </a:moveTo>
                  <a:lnTo>
                    <a:pt x="0" y="1869"/>
                  </a:lnTo>
                  <a:lnTo>
                    <a:pt x="19248" y="1869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1"/>
            <p:cNvSpPr/>
            <p:nvPr/>
          </p:nvSpPr>
          <p:spPr>
            <a:xfrm>
              <a:off x="5218954" y="2378310"/>
              <a:ext cx="305450" cy="23825"/>
            </a:xfrm>
            <a:custGeom>
              <a:avLst/>
              <a:gdLst/>
              <a:ahLst/>
              <a:cxnLst/>
              <a:rect l="l" t="t" r="r" b="b"/>
              <a:pathLst>
                <a:path w="8141" h="635" extrusionOk="0">
                  <a:moveTo>
                    <a:pt x="1" y="0"/>
                  </a:moveTo>
                  <a:lnTo>
                    <a:pt x="1" y="634"/>
                  </a:lnTo>
                  <a:lnTo>
                    <a:pt x="8140" y="634"/>
                  </a:lnTo>
                  <a:lnTo>
                    <a:pt x="8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1"/>
            <p:cNvSpPr/>
            <p:nvPr/>
          </p:nvSpPr>
          <p:spPr>
            <a:xfrm>
              <a:off x="5056288" y="1537792"/>
              <a:ext cx="337179" cy="46628"/>
            </a:xfrm>
            <a:custGeom>
              <a:avLst/>
              <a:gdLst/>
              <a:ahLst/>
              <a:cxnLst/>
              <a:rect l="l" t="t" r="r" b="b"/>
              <a:pathLst>
                <a:path w="8140" h="2969" extrusionOk="0">
                  <a:moveTo>
                    <a:pt x="1" y="0"/>
                  </a:moveTo>
                  <a:lnTo>
                    <a:pt x="1" y="2969"/>
                  </a:lnTo>
                  <a:lnTo>
                    <a:pt x="8140" y="2969"/>
                  </a:lnTo>
                  <a:lnTo>
                    <a:pt x="8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1"/>
            <p:cNvSpPr/>
            <p:nvPr/>
          </p:nvSpPr>
          <p:spPr>
            <a:xfrm>
              <a:off x="4563855" y="3004813"/>
              <a:ext cx="164180" cy="41825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1"/>
            <p:cNvSpPr/>
            <p:nvPr/>
          </p:nvSpPr>
          <p:spPr>
            <a:xfrm>
              <a:off x="7564675" y="1610182"/>
              <a:ext cx="164000" cy="60025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1" y="1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1"/>
            <p:cNvSpPr/>
            <p:nvPr/>
          </p:nvSpPr>
          <p:spPr>
            <a:xfrm>
              <a:off x="2447907" y="2085834"/>
              <a:ext cx="164000" cy="2630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1"/>
            <p:cNvSpPr/>
            <p:nvPr/>
          </p:nvSpPr>
          <p:spPr>
            <a:xfrm>
              <a:off x="6480527" y="2256228"/>
              <a:ext cx="164000" cy="41824"/>
            </a:xfrm>
            <a:custGeom>
              <a:avLst/>
              <a:gdLst/>
              <a:ahLst/>
              <a:cxnLst/>
              <a:rect l="l" t="t" r="r" b="b"/>
              <a:pathLst>
                <a:path w="8141" h="635" extrusionOk="0">
                  <a:moveTo>
                    <a:pt x="1" y="0"/>
                  </a:moveTo>
                  <a:lnTo>
                    <a:pt x="1" y="634"/>
                  </a:lnTo>
                  <a:lnTo>
                    <a:pt x="8140" y="634"/>
                  </a:lnTo>
                  <a:lnTo>
                    <a:pt x="8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1"/>
            <p:cNvSpPr/>
            <p:nvPr/>
          </p:nvSpPr>
          <p:spPr>
            <a:xfrm>
              <a:off x="3694400" y="2128325"/>
              <a:ext cx="218172" cy="65325"/>
            </a:xfrm>
            <a:custGeom>
              <a:avLst/>
              <a:gdLst/>
              <a:ahLst/>
              <a:cxnLst/>
              <a:rect l="l" t="t" r="r" b="b"/>
              <a:pathLst>
                <a:path w="8140" h="2969" extrusionOk="0">
                  <a:moveTo>
                    <a:pt x="1" y="0"/>
                  </a:moveTo>
                  <a:lnTo>
                    <a:pt x="1" y="2969"/>
                  </a:lnTo>
                  <a:lnTo>
                    <a:pt x="8140" y="2969"/>
                  </a:lnTo>
                  <a:lnTo>
                    <a:pt x="8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1"/>
            <p:cNvSpPr/>
            <p:nvPr/>
          </p:nvSpPr>
          <p:spPr>
            <a:xfrm>
              <a:off x="5777438" y="2110559"/>
              <a:ext cx="89551" cy="22125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0" y="1"/>
                  </a:moveTo>
                  <a:lnTo>
                    <a:pt x="0" y="701"/>
                  </a:lnTo>
                  <a:lnTo>
                    <a:pt x="4370" y="701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1"/>
            <p:cNvSpPr/>
            <p:nvPr/>
          </p:nvSpPr>
          <p:spPr>
            <a:xfrm>
              <a:off x="3379500" y="2811883"/>
              <a:ext cx="129749" cy="26300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1"/>
            <p:cNvSpPr/>
            <p:nvPr/>
          </p:nvSpPr>
          <p:spPr>
            <a:xfrm>
              <a:off x="3164382" y="2085809"/>
              <a:ext cx="164000" cy="2630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1"/>
            <p:cNvSpPr/>
            <p:nvPr/>
          </p:nvSpPr>
          <p:spPr>
            <a:xfrm>
              <a:off x="2728350" y="1551825"/>
              <a:ext cx="129749" cy="50874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1"/>
            <p:cNvSpPr/>
            <p:nvPr/>
          </p:nvSpPr>
          <p:spPr>
            <a:xfrm>
              <a:off x="2276639" y="1385213"/>
              <a:ext cx="202498" cy="26300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1"/>
            <p:cNvSpPr/>
            <p:nvPr/>
          </p:nvSpPr>
          <p:spPr>
            <a:xfrm>
              <a:off x="1557682" y="1665434"/>
              <a:ext cx="164000" cy="2630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1"/>
            <p:cNvSpPr/>
            <p:nvPr/>
          </p:nvSpPr>
          <p:spPr>
            <a:xfrm>
              <a:off x="1497698" y="1361075"/>
              <a:ext cx="129749" cy="50850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1"/>
            <p:cNvSpPr/>
            <p:nvPr/>
          </p:nvSpPr>
          <p:spPr>
            <a:xfrm>
              <a:off x="3897782" y="2785597"/>
              <a:ext cx="164000" cy="2630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1"/>
            <p:cNvSpPr/>
            <p:nvPr/>
          </p:nvSpPr>
          <p:spPr>
            <a:xfrm>
              <a:off x="2560825" y="2387175"/>
              <a:ext cx="129749" cy="50874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1"/>
            <p:cNvSpPr/>
            <p:nvPr/>
          </p:nvSpPr>
          <p:spPr>
            <a:xfrm>
              <a:off x="5355352" y="2788553"/>
              <a:ext cx="164000" cy="41824"/>
            </a:xfrm>
            <a:custGeom>
              <a:avLst/>
              <a:gdLst/>
              <a:ahLst/>
              <a:cxnLst/>
              <a:rect l="l" t="t" r="r" b="b"/>
              <a:pathLst>
                <a:path w="8141" h="635" extrusionOk="0">
                  <a:moveTo>
                    <a:pt x="1" y="0"/>
                  </a:moveTo>
                  <a:lnTo>
                    <a:pt x="1" y="634"/>
                  </a:lnTo>
                  <a:lnTo>
                    <a:pt x="8140" y="634"/>
                  </a:lnTo>
                  <a:lnTo>
                    <a:pt x="8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1"/>
            <p:cNvSpPr/>
            <p:nvPr/>
          </p:nvSpPr>
          <p:spPr>
            <a:xfrm>
              <a:off x="5389925" y="3125751"/>
              <a:ext cx="164000" cy="16950"/>
            </a:xfrm>
            <a:custGeom>
              <a:avLst/>
              <a:gdLst/>
              <a:ahLst/>
              <a:cxnLst/>
              <a:rect l="l" t="t" r="r" b="b"/>
              <a:pathLst>
                <a:path w="8141" h="635" extrusionOk="0">
                  <a:moveTo>
                    <a:pt x="1" y="0"/>
                  </a:moveTo>
                  <a:lnTo>
                    <a:pt x="1" y="634"/>
                  </a:lnTo>
                  <a:lnTo>
                    <a:pt x="8140" y="634"/>
                  </a:lnTo>
                  <a:lnTo>
                    <a:pt x="8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1"/>
            <p:cNvSpPr/>
            <p:nvPr/>
          </p:nvSpPr>
          <p:spPr>
            <a:xfrm>
              <a:off x="6089582" y="2798484"/>
              <a:ext cx="164000" cy="2630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4167444" y="2377072"/>
              <a:ext cx="164000" cy="2630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4850682" y="2798484"/>
              <a:ext cx="164000" cy="2630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5925582" y="1358934"/>
              <a:ext cx="164000" cy="2630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009525" y="1372925"/>
              <a:ext cx="129749" cy="50874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3535825" y="1645625"/>
              <a:ext cx="129749" cy="26300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1"/>
            <p:cNvSpPr/>
            <p:nvPr/>
          </p:nvSpPr>
          <p:spPr>
            <a:xfrm>
              <a:off x="3819900" y="1429800"/>
              <a:ext cx="129749" cy="50874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1"/>
            <p:cNvSpPr/>
            <p:nvPr/>
          </p:nvSpPr>
          <p:spPr>
            <a:xfrm>
              <a:off x="5643550" y="1363601"/>
              <a:ext cx="164000" cy="16950"/>
            </a:xfrm>
            <a:custGeom>
              <a:avLst/>
              <a:gdLst/>
              <a:ahLst/>
              <a:cxnLst/>
              <a:rect l="l" t="t" r="r" b="b"/>
              <a:pathLst>
                <a:path w="8141" h="635" extrusionOk="0">
                  <a:moveTo>
                    <a:pt x="1" y="0"/>
                  </a:moveTo>
                  <a:lnTo>
                    <a:pt x="1" y="634"/>
                  </a:lnTo>
                  <a:lnTo>
                    <a:pt x="8140" y="634"/>
                  </a:lnTo>
                  <a:lnTo>
                    <a:pt x="8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4257600" y="1704964"/>
              <a:ext cx="164000" cy="16950"/>
            </a:xfrm>
            <a:custGeom>
              <a:avLst/>
              <a:gdLst/>
              <a:ahLst/>
              <a:cxnLst/>
              <a:rect l="l" t="t" r="r" b="b"/>
              <a:pathLst>
                <a:path w="8141" h="635" extrusionOk="0">
                  <a:moveTo>
                    <a:pt x="1" y="0"/>
                  </a:moveTo>
                  <a:lnTo>
                    <a:pt x="1" y="634"/>
                  </a:lnTo>
                  <a:lnTo>
                    <a:pt x="8140" y="634"/>
                  </a:lnTo>
                  <a:lnTo>
                    <a:pt x="8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4479425" y="2885313"/>
              <a:ext cx="129749" cy="26300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3991125" y="1610163"/>
              <a:ext cx="129749" cy="26300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236157" y="1358934"/>
              <a:ext cx="164000" cy="2630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4206700" y="1358650"/>
              <a:ext cx="129749" cy="16951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1"/>
            <p:cNvSpPr/>
            <p:nvPr/>
          </p:nvSpPr>
          <p:spPr>
            <a:xfrm>
              <a:off x="4776650" y="1614837"/>
              <a:ext cx="129749" cy="16951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1"/>
            <p:cNvSpPr/>
            <p:nvPr/>
          </p:nvSpPr>
          <p:spPr>
            <a:xfrm>
              <a:off x="6836000" y="1342700"/>
              <a:ext cx="129749" cy="16951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5191236" y="3092975"/>
              <a:ext cx="129749" cy="41825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331457" y="2317759"/>
              <a:ext cx="164000" cy="2630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2" name="Google Shape;2722;p33"/>
          <p:cNvGrpSpPr/>
          <p:nvPr/>
        </p:nvGrpSpPr>
        <p:grpSpPr>
          <a:xfrm>
            <a:off x="4845507" y="1961909"/>
            <a:ext cx="781520" cy="402423"/>
            <a:chOff x="-155862" y="4334524"/>
            <a:chExt cx="863081" cy="402423"/>
          </a:xfrm>
        </p:grpSpPr>
        <p:sp>
          <p:nvSpPr>
            <p:cNvPr id="2723" name="Google Shape;2723;p33"/>
            <p:cNvSpPr/>
            <p:nvPr/>
          </p:nvSpPr>
          <p:spPr>
            <a:xfrm>
              <a:off x="-155862" y="4475766"/>
              <a:ext cx="271592" cy="55146"/>
            </a:xfrm>
            <a:custGeom>
              <a:avLst/>
              <a:gdLst/>
              <a:ahLst/>
              <a:cxnLst/>
              <a:rect l="l" t="t" r="r" b="b"/>
              <a:pathLst>
                <a:path w="9041" h="4137" extrusionOk="0">
                  <a:moveTo>
                    <a:pt x="0" y="0"/>
                  </a:moveTo>
                  <a:lnTo>
                    <a:pt x="0" y="4137"/>
                  </a:lnTo>
                  <a:lnTo>
                    <a:pt x="9040" y="4137"/>
                  </a:lnTo>
                  <a:lnTo>
                    <a:pt x="9040" y="0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33"/>
            <p:cNvSpPr/>
            <p:nvPr/>
          </p:nvSpPr>
          <p:spPr>
            <a:xfrm>
              <a:off x="217950" y="4568448"/>
              <a:ext cx="489269" cy="28102"/>
            </a:xfrm>
            <a:custGeom>
              <a:avLst/>
              <a:gdLst/>
              <a:ahLst/>
              <a:cxnLst/>
              <a:rect l="l" t="t" r="r" b="b"/>
              <a:pathLst>
                <a:path w="16446" h="2036" extrusionOk="0">
                  <a:moveTo>
                    <a:pt x="0" y="0"/>
                  </a:moveTo>
                  <a:lnTo>
                    <a:pt x="0" y="2035"/>
                  </a:lnTo>
                  <a:lnTo>
                    <a:pt x="16445" y="2035"/>
                  </a:lnTo>
                  <a:lnTo>
                    <a:pt x="16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33"/>
            <p:cNvSpPr/>
            <p:nvPr/>
          </p:nvSpPr>
          <p:spPr>
            <a:xfrm>
              <a:off x="207284" y="4362200"/>
              <a:ext cx="390153" cy="69074"/>
            </a:xfrm>
            <a:custGeom>
              <a:avLst/>
              <a:gdLst/>
              <a:ahLst/>
              <a:cxnLst/>
              <a:rect l="l" t="t" r="r" b="b"/>
              <a:pathLst>
                <a:path w="24752" h="2269" extrusionOk="0">
                  <a:moveTo>
                    <a:pt x="0" y="1"/>
                  </a:moveTo>
                  <a:lnTo>
                    <a:pt x="0" y="2269"/>
                  </a:lnTo>
                  <a:lnTo>
                    <a:pt x="24751" y="2269"/>
                  </a:lnTo>
                  <a:lnTo>
                    <a:pt x="247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33"/>
            <p:cNvSpPr/>
            <p:nvPr/>
          </p:nvSpPr>
          <p:spPr>
            <a:xfrm>
              <a:off x="214660" y="4708847"/>
              <a:ext cx="181549" cy="28100"/>
            </a:xfrm>
            <a:custGeom>
              <a:avLst/>
              <a:gdLst/>
              <a:ahLst/>
              <a:cxnLst/>
              <a:rect l="l" t="t" r="r" b="b"/>
              <a:pathLst>
                <a:path w="2503" h="701" extrusionOk="0">
                  <a:moveTo>
                    <a:pt x="1" y="0"/>
                  </a:moveTo>
                  <a:lnTo>
                    <a:pt x="1" y="701"/>
                  </a:lnTo>
                  <a:lnTo>
                    <a:pt x="2503" y="701"/>
                  </a:lnTo>
                  <a:lnTo>
                    <a:pt x="25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33"/>
            <p:cNvSpPr/>
            <p:nvPr/>
          </p:nvSpPr>
          <p:spPr>
            <a:xfrm>
              <a:off x="28669" y="4334524"/>
              <a:ext cx="81829" cy="22917"/>
            </a:xfrm>
            <a:custGeom>
              <a:avLst/>
              <a:gdLst/>
              <a:ahLst/>
              <a:cxnLst/>
              <a:rect l="l" t="t" r="r" b="b"/>
              <a:pathLst>
                <a:path w="2503" h="701" extrusionOk="0">
                  <a:moveTo>
                    <a:pt x="1" y="0"/>
                  </a:moveTo>
                  <a:lnTo>
                    <a:pt x="1" y="701"/>
                  </a:lnTo>
                  <a:lnTo>
                    <a:pt x="2502" y="701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3"/>
            <p:cNvSpPr/>
            <p:nvPr/>
          </p:nvSpPr>
          <p:spPr>
            <a:xfrm>
              <a:off x="-8" y="4649236"/>
              <a:ext cx="134170" cy="37139"/>
            </a:xfrm>
            <a:custGeom>
              <a:avLst/>
              <a:gdLst/>
              <a:ahLst/>
              <a:cxnLst/>
              <a:rect l="l" t="t" r="r" b="b"/>
              <a:pathLst>
                <a:path w="4104" h="1136" extrusionOk="0">
                  <a:moveTo>
                    <a:pt x="1" y="1"/>
                  </a:moveTo>
                  <a:lnTo>
                    <a:pt x="1" y="1135"/>
                  </a:lnTo>
                  <a:lnTo>
                    <a:pt x="4104" y="113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9" name="Google Shape;2729;p33"/>
          <p:cNvSpPr txBox="1">
            <a:spLocks noGrp="1"/>
          </p:cNvSpPr>
          <p:nvPr>
            <p:ph type="title" idx="3"/>
          </p:nvPr>
        </p:nvSpPr>
        <p:spPr>
          <a:xfrm>
            <a:off x="4472650" y="1939196"/>
            <a:ext cx="1351200" cy="4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03</a:t>
            </a:r>
            <a:endParaRPr dirty="0">
              <a:latin typeface="+mj-lt"/>
            </a:endParaRPr>
          </a:p>
        </p:txBody>
      </p:sp>
      <p:grpSp>
        <p:nvGrpSpPr>
          <p:cNvPr id="2730" name="Google Shape;2730;p33"/>
          <p:cNvGrpSpPr/>
          <p:nvPr/>
        </p:nvGrpSpPr>
        <p:grpSpPr>
          <a:xfrm>
            <a:off x="1363355" y="3642503"/>
            <a:ext cx="781520" cy="402423"/>
            <a:chOff x="-155862" y="4334524"/>
            <a:chExt cx="863081" cy="402423"/>
          </a:xfrm>
        </p:grpSpPr>
        <p:sp>
          <p:nvSpPr>
            <p:cNvPr id="2731" name="Google Shape;2731;p33"/>
            <p:cNvSpPr/>
            <p:nvPr/>
          </p:nvSpPr>
          <p:spPr>
            <a:xfrm>
              <a:off x="-155862" y="4475766"/>
              <a:ext cx="271592" cy="55146"/>
            </a:xfrm>
            <a:custGeom>
              <a:avLst/>
              <a:gdLst/>
              <a:ahLst/>
              <a:cxnLst/>
              <a:rect l="l" t="t" r="r" b="b"/>
              <a:pathLst>
                <a:path w="9041" h="4137" extrusionOk="0">
                  <a:moveTo>
                    <a:pt x="0" y="0"/>
                  </a:moveTo>
                  <a:lnTo>
                    <a:pt x="0" y="4137"/>
                  </a:lnTo>
                  <a:lnTo>
                    <a:pt x="9040" y="4137"/>
                  </a:lnTo>
                  <a:lnTo>
                    <a:pt x="9040" y="0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3"/>
            <p:cNvSpPr/>
            <p:nvPr/>
          </p:nvSpPr>
          <p:spPr>
            <a:xfrm>
              <a:off x="217950" y="4568448"/>
              <a:ext cx="489269" cy="28102"/>
            </a:xfrm>
            <a:custGeom>
              <a:avLst/>
              <a:gdLst/>
              <a:ahLst/>
              <a:cxnLst/>
              <a:rect l="l" t="t" r="r" b="b"/>
              <a:pathLst>
                <a:path w="16446" h="2036" extrusionOk="0">
                  <a:moveTo>
                    <a:pt x="0" y="0"/>
                  </a:moveTo>
                  <a:lnTo>
                    <a:pt x="0" y="2035"/>
                  </a:lnTo>
                  <a:lnTo>
                    <a:pt x="16445" y="2035"/>
                  </a:lnTo>
                  <a:lnTo>
                    <a:pt x="16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33"/>
            <p:cNvSpPr/>
            <p:nvPr/>
          </p:nvSpPr>
          <p:spPr>
            <a:xfrm>
              <a:off x="207284" y="4362200"/>
              <a:ext cx="390153" cy="69074"/>
            </a:xfrm>
            <a:custGeom>
              <a:avLst/>
              <a:gdLst/>
              <a:ahLst/>
              <a:cxnLst/>
              <a:rect l="l" t="t" r="r" b="b"/>
              <a:pathLst>
                <a:path w="24752" h="2269" extrusionOk="0">
                  <a:moveTo>
                    <a:pt x="0" y="1"/>
                  </a:moveTo>
                  <a:lnTo>
                    <a:pt x="0" y="2269"/>
                  </a:lnTo>
                  <a:lnTo>
                    <a:pt x="24751" y="2269"/>
                  </a:lnTo>
                  <a:lnTo>
                    <a:pt x="247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33"/>
            <p:cNvSpPr/>
            <p:nvPr/>
          </p:nvSpPr>
          <p:spPr>
            <a:xfrm>
              <a:off x="214660" y="4708847"/>
              <a:ext cx="181549" cy="28100"/>
            </a:xfrm>
            <a:custGeom>
              <a:avLst/>
              <a:gdLst/>
              <a:ahLst/>
              <a:cxnLst/>
              <a:rect l="l" t="t" r="r" b="b"/>
              <a:pathLst>
                <a:path w="2503" h="701" extrusionOk="0">
                  <a:moveTo>
                    <a:pt x="1" y="0"/>
                  </a:moveTo>
                  <a:lnTo>
                    <a:pt x="1" y="701"/>
                  </a:lnTo>
                  <a:lnTo>
                    <a:pt x="2503" y="701"/>
                  </a:lnTo>
                  <a:lnTo>
                    <a:pt x="25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3"/>
            <p:cNvSpPr/>
            <p:nvPr/>
          </p:nvSpPr>
          <p:spPr>
            <a:xfrm>
              <a:off x="28669" y="4334524"/>
              <a:ext cx="81829" cy="22917"/>
            </a:xfrm>
            <a:custGeom>
              <a:avLst/>
              <a:gdLst/>
              <a:ahLst/>
              <a:cxnLst/>
              <a:rect l="l" t="t" r="r" b="b"/>
              <a:pathLst>
                <a:path w="2503" h="701" extrusionOk="0">
                  <a:moveTo>
                    <a:pt x="1" y="0"/>
                  </a:moveTo>
                  <a:lnTo>
                    <a:pt x="1" y="701"/>
                  </a:lnTo>
                  <a:lnTo>
                    <a:pt x="2502" y="701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3"/>
            <p:cNvSpPr/>
            <p:nvPr/>
          </p:nvSpPr>
          <p:spPr>
            <a:xfrm>
              <a:off x="-8" y="4649236"/>
              <a:ext cx="134170" cy="37139"/>
            </a:xfrm>
            <a:custGeom>
              <a:avLst/>
              <a:gdLst/>
              <a:ahLst/>
              <a:cxnLst/>
              <a:rect l="l" t="t" r="r" b="b"/>
              <a:pathLst>
                <a:path w="4104" h="1136" extrusionOk="0">
                  <a:moveTo>
                    <a:pt x="1" y="1"/>
                  </a:moveTo>
                  <a:lnTo>
                    <a:pt x="1" y="1135"/>
                  </a:lnTo>
                  <a:lnTo>
                    <a:pt x="4104" y="113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7" name="Google Shape;2737;p33"/>
          <p:cNvGrpSpPr/>
          <p:nvPr/>
        </p:nvGrpSpPr>
        <p:grpSpPr>
          <a:xfrm>
            <a:off x="4802674" y="3642515"/>
            <a:ext cx="781520" cy="402423"/>
            <a:chOff x="-155862" y="4334524"/>
            <a:chExt cx="863081" cy="402423"/>
          </a:xfrm>
        </p:grpSpPr>
        <p:sp>
          <p:nvSpPr>
            <p:cNvPr id="2738" name="Google Shape;2738;p33"/>
            <p:cNvSpPr/>
            <p:nvPr/>
          </p:nvSpPr>
          <p:spPr>
            <a:xfrm>
              <a:off x="-155862" y="4475766"/>
              <a:ext cx="271592" cy="55146"/>
            </a:xfrm>
            <a:custGeom>
              <a:avLst/>
              <a:gdLst/>
              <a:ahLst/>
              <a:cxnLst/>
              <a:rect l="l" t="t" r="r" b="b"/>
              <a:pathLst>
                <a:path w="9041" h="4137" extrusionOk="0">
                  <a:moveTo>
                    <a:pt x="0" y="0"/>
                  </a:moveTo>
                  <a:lnTo>
                    <a:pt x="0" y="4137"/>
                  </a:lnTo>
                  <a:lnTo>
                    <a:pt x="9040" y="4137"/>
                  </a:lnTo>
                  <a:lnTo>
                    <a:pt x="9040" y="0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3"/>
            <p:cNvSpPr/>
            <p:nvPr/>
          </p:nvSpPr>
          <p:spPr>
            <a:xfrm>
              <a:off x="217950" y="4568448"/>
              <a:ext cx="489269" cy="28102"/>
            </a:xfrm>
            <a:custGeom>
              <a:avLst/>
              <a:gdLst/>
              <a:ahLst/>
              <a:cxnLst/>
              <a:rect l="l" t="t" r="r" b="b"/>
              <a:pathLst>
                <a:path w="16446" h="2036" extrusionOk="0">
                  <a:moveTo>
                    <a:pt x="0" y="0"/>
                  </a:moveTo>
                  <a:lnTo>
                    <a:pt x="0" y="2035"/>
                  </a:lnTo>
                  <a:lnTo>
                    <a:pt x="16445" y="2035"/>
                  </a:lnTo>
                  <a:lnTo>
                    <a:pt x="16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3"/>
            <p:cNvSpPr/>
            <p:nvPr/>
          </p:nvSpPr>
          <p:spPr>
            <a:xfrm>
              <a:off x="207284" y="4362200"/>
              <a:ext cx="390153" cy="69074"/>
            </a:xfrm>
            <a:custGeom>
              <a:avLst/>
              <a:gdLst/>
              <a:ahLst/>
              <a:cxnLst/>
              <a:rect l="l" t="t" r="r" b="b"/>
              <a:pathLst>
                <a:path w="24752" h="2269" extrusionOk="0">
                  <a:moveTo>
                    <a:pt x="0" y="1"/>
                  </a:moveTo>
                  <a:lnTo>
                    <a:pt x="0" y="2269"/>
                  </a:lnTo>
                  <a:lnTo>
                    <a:pt x="24751" y="2269"/>
                  </a:lnTo>
                  <a:lnTo>
                    <a:pt x="247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3"/>
            <p:cNvSpPr/>
            <p:nvPr/>
          </p:nvSpPr>
          <p:spPr>
            <a:xfrm>
              <a:off x="214660" y="4708847"/>
              <a:ext cx="181549" cy="28100"/>
            </a:xfrm>
            <a:custGeom>
              <a:avLst/>
              <a:gdLst/>
              <a:ahLst/>
              <a:cxnLst/>
              <a:rect l="l" t="t" r="r" b="b"/>
              <a:pathLst>
                <a:path w="2503" h="701" extrusionOk="0">
                  <a:moveTo>
                    <a:pt x="1" y="0"/>
                  </a:moveTo>
                  <a:lnTo>
                    <a:pt x="1" y="701"/>
                  </a:lnTo>
                  <a:lnTo>
                    <a:pt x="2503" y="701"/>
                  </a:lnTo>
                  <a:lnTo>
                    <a:pt x="25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3"/>
            <p:cNvSpPr/>
            <p:nvPr/>
          </p:nvSpPr>
          <p:spPr>
            <a:xfrm>
              <a:off x="28669" y="4334524"/>
              <a:ext cx="81829" cy="22917"/>
            </a:xfrm>
            <a:custGeom>
              <a:avLst/>
              <a:gdLst/>
              <a:ahLst/>
              <a:cxnLst/>
              <a:rect l="l" t="t" r="r" b="b"/>
              <a:pathLst>
                <a:path w="2503" h="701" extrusionOk="0">
                  <a:moveTo>
                    <a:pt x="1" y="0"/>
                  </a:moveTo>
                  <a:lnTo>
                    <a:pt x="1" y="701"/>
                  </a:lnTo>
                  <a:lnTo>
                    <a:pt x="2502" y="701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3"/>
            <p:cNvSpPr/>
            <p:nvPr/>
          </p:nvSpPr>
          <p:spPr>
            <a:xfrm>
              <a:off x="-8" y="4649236"/>
              <a:ext cx="134170" cy="37139"/>
            </a:xfrm>
            <a:custGeom>
              <a:avLst/>
              <a:gdLst/>
              <a:ahLst/>
              <a:cxnLst/>
              <a:rect l="l" t="t" r="r" b="b"/>
              <a:pathLst>
                <a:path w="4104" h="1136" extrusionOk="0">
                  <a:moveTo>
                    <a:pt x="1" y="1"/>
                  </a:moveTo>
                  <a:lnTo>
                    <a:pt x="1" y="1135"/>
                  </a:lnTo>
                  <a:lnTo>
                    <a:pt x="4104" y="113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4" name="Google Shape;2744;p33"/>
          <p:cNvSpPr/>
          <p:nvPr/>
        </p:nvSpPr>
        <p:spPr>
          <a:xfrm>
            <a:off x="1409043" y="2083068"/>
            <a:ext cx="245938" cy="55146"/>
          </a:xfrm>
          <a:custGeom>
            <a:avLst/>
            <a:gdLst/>
            <a:ahLst/>
            <a:cxnLst/>
            <a:rect l="l" t="t" r="r" b="b"/>
            <a:pathLst>
              <a:path w="9041" h="4137" extrusionOk="0">
                <a:moveTo>
                  <a:pt x="0" y="0"/>
                </a:moveTo>
                <a:lnTo>
                  <a:pt x="0" y="4137"/>
                </a:lnTo>
                <a:lnTo>
                  <a:pt x="9040" y="4137"/>
                </a:lnTo>
                <a:lnTo>
                  <a:pt x="90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5" name="Google Shape;2745;p33"/>
          <p:cNvSpPr/>
          <p:nvPr/>
        </p:nvSpPr>
        <p:spPr>
          <a:xfrm>
            <a:off x="1747552" y="2023350"/>
            <a:ext cx="443055" cy="28102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0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6" name="Google Shape;2746;p33"/>
          <p:cNvSpPr/>
          <p:nvPr/>
        </p:nvSpPr>
        <p:spPr>
          <a:xfrm>
            <a:off x="1737893" y="1817101"/>
            <a:ext cx="353273" cy="69074"/>
          </a:xfrm>
          <a:custGeom>
            <a:avLst/>
            <a:gdLst/>
            <a:ahLst/>
            <a:cxnLst/>
            <a:rect l="l" t="t" r="r" b="b"/>
            <a:pathLst>
              <a:path w="24752" h="2269" extrusionOk="0">
                <a:moveTo>
                  <a:pt x="0" y="1"/>
                </a:moveTo>
                <a:lnTo>
                  <a:pt x="0" y="2269"/>
                </a:lnTo>
                <a:lnTo>
                  <a:pt x="24751" y="2269"/>
                </a:lnTo>
                <a:lnTo>
                  <a:pt x="2475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33"/>
          <p:cNvSpPr/>
          <p:nvPr/>
        </p:nvSpPr>
        <p:spPr>
          <a:xfrm>
            <a:off x="1744573" y="2163749"/>
            <a:ext cx="164403" cy="28100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3" y="701"/>
                </a:lnTo>
                <a:lnTo>
                  <a:pt x="25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33"/>
          <p:cNvSpPr/>
          <p:nvPr/>
        </p:nvSpPr>
        <p:spPr>
          <a:xfrm>
            <a:off x="1576147" y="1941825"/>
            <a:ext cx="74101" cy="22917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1" y="0"/>
                </a:moveTo>
                <a:lnTo>
                  <a:pt x="1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33"/>
          <p:cNvSpPr/>
          <p:nvPr/>
        </p:nvSpPr>
        <p:spPr>
          <a:xfrm>
            <a:off x="1550178" y="2256538"/>
            <a:ext cx="121499" cy="37139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3" name="Google Shape;2753;p33"/>
          <p:cNvSpPr txBox="1">
            <a:spLocks noGrp="1"/>
          </p:cNvSpPr>
          <p:nvPr>
            <p:ph type="subTitle" idx="7"/>
          </p:nvPr>
        </p:nvSpPr>
        <p:spPr>
          <a:xfrm>
            <a:off x="2342450" y="3222289"/>
            <a:ext cx="2328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+mj-lt"/>
              </a:rPr>
              <a:t>I</a:t>
            </a:r>
            <a:r>
              <a:rPr lang="en" dirty="0">
                <a:latin typeface="+mj-lt"/>
              </a:rPr>
              <a:t>llustrative Example &amp; Intuitive Approach</a:t>
            </a:r>
            <a:endParaRPr dirty="0">
              <a:latin typeface="+mj-lt"/>
            </a:endParaRPr>
          </a:p>
        </p:txBody>
      </p:sp>
      <p:sp>
        <p:nvSpPr>
          <p:cNvPr id="2755" name="Google Shape;2755;p33"/>
          <p:cNvSpPr txBox="1">
            <a:spLocks noGrp="1"/>
          </p:cNvSpPr>
          <p:nvPr>
            <p:ph type="subTitle" idx="9"/>
          </p:nvPr>
        </p:nvSpPr>
        <p:spPr>
          <a:xfrm>
            <a:off x="5719725" y="1550216"/>
            <a:ext cx="2328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+mj-lt"/>
              </a:rPr>
              <a:t>Efficient Solutiion &amp; Complexity Analysis</a:t>
            </a:r>
            <a:endParaRPr dirty="0">
              <a:latin typeface="+mj-lt"/>
            </a:endParaRPr>
          </a:p>
        </p:txBody>
      </p:sp>
      <p:sp>
        <p:nvSpPr>
          <p:cNvPr id="2757" name="Google Shape;2757;p33"/>
          <p:cNvSpPr txBox="1">
            <a:spLocks noGrp="1"/>
          </p:cNvSpPr>
          <p:nvPr>
            <p:ph type="subTitle" idx="14"/>
          </p:nvPr>
        </p:nvSpPr>
        <p:spPr>
          <a:xfrm>
            <a:off x="5719725" y="3247056"/>
            <a:ext cx="2328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+mj-lt"/>
              </a:rPr>
              <a:t>Conclusions &amp; Real-world Applications </a:t>
            </a:r>
            <a:endParaRPr dirty="0">
              <a:latin typeface="+mj-lt"/>
            </a:endParaRPr>
          </a:p>
        </p:txBody>
      </p:sp>
      <p:sp>
        <p:nvSpPr>
          <p:cNvPr id="2758" name="Google Shape;2758;p33"/>
          <p:cNvSpPr txBox="1">
            <a:spLocks noGrp="1"/>
          </p:cNvSpPr>
          <p:nvPr>
            <p:ph type="title" idx="15"/>
          </p:nvPr>
        </p:nvSpPr>
        <p:spPr>
          <a:xfrm>
            <a:off x="972900" y="347425"/>
            <a:ext cx="7198200" cy="5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TABLE OF CONTENTS</a:t>
            </a:r>
            <a:endParaRPr dirty="0">
              <a:latin typeface="+mj-lt"/>
            </a:endParaRPr>
          </a:p>
        </p:txBody>
      </p:sp>
      <p:sp>
        <p:nvSpPr>
          <p:cNvPr id="2759" name="Google Shape;2759;p33"/>
          <p:cNvSpPr txBox="1">
            <a:spLocks noGrp="1"/>
          </p:cNvSpPr>
          <p:nvPr>
            <p:ph type="title"/>
          </p:nvPr>
        </p:nvSpPr>
        <p:spPr>
          <a:xfrm>
            <a:off x="1095375" y="1919090"/>
            <a:ext cx="1351200" cy="4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01</a:t>
            </a:r>
            <a:endParaRPr dirty="0">
              <a:latin typeface="+mj-lt"/>
            </a:endParaRPr>
          </a:p>
        </p:txBody>
      </p:sp>
      <p:sp>
        <p:nvSpPr>
          <p:cNvPr id="2760" name="Google Shape;2760;p33"/>
          <p:cNvSpPr txBox="1">
            <a:spLocks noGrp="1"/>
          </p:cNvSpPr>
          <p:nvPr>
            <p:ph type="title" idx="2"/>
          </p:nvPr>
        </p:nvSpPr>
        <p:spPr>
          <a:xfrm>
            <a:off x="1095375" y="3592603"/>
            <a:ext cx="1351200" cy="4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02</a:t>
            </a:r>
            <a:endParaRPr dirty="0">
              <a:latin typeface="+mj-lt"/>
            </a:endParaRPr>
          </a:p>
        </p:txBody>
      </p:sp>
      <p:sp>
        <p:nvSpPr>
          <p:cNvPr id="2761" name="Google Shape;2761;p33"/>
          <p:cNvSpPr txBox="1">
            <a:spLocks noGrp="1"/>
          </p:cNvSpPr>
          <p:nvPr>
            <p:ph type="title" idx="4"/>
          </p:nvPr>
        </p:nvSpPr>
        <p:spPr>
          <a:xfrm>
            <a:off x="4472650" y="3619789"/>
            <a:ext cx="1351200" cy="4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7AF6A-E94E-4231-B39B-A8D148B5D949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2342450" y="1461240"/>
            <a:ext cx="2328900" cy="1091498"/>
          </a:xfrm>
        </p:spPr>
        <p:txBody>
          <a:bodyPr>
            <a:noAutofit/>
          </a:bodyPr>
          <a:lstStyle/>
          <a:p>
            <a:r>
              <a:rPr lang="en-GB" dirty="0">
                <a:latin typeface="+mj-lt"/>
              </a:rPr>
              <a:t>Problem</a:t>
            </a:r>
          </a:p>
          <a:p>
            <a:r>
              <a:rPr lang="en-GB" dirty="0">
                <a:latin typeface="+mj-lt"/>
              </a:rPr>
              <a:t>Definition &amp; Constraints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34"/>
          <p:cNvSpPr/>
          <p:nvPr/>
        </p:nvSpPr>
        <p:spPr>
          <a:xfrm>
            <a:off x="4444764" y="1511588"/>
            <a:ext cx="1452398" cy="12901"/>
          </a:xfrm>
          <a:custGeom>
            <a:avLst/>
            <a:gdLst/>
            <a:ahLst/>
            <a:cxnLst/>
            <a:rect l="l" t="t" r="r" b="b"/>
            <a:pathLst>
              <a:path w="45734" h="3537" extrusionOk="0">
                <a:moveTo>
                  <a:pt x="1" y="1"/>
                </a:moveTo>
                <a:lnTo>
                  <a:pt x="1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8" name="Google Shape;2768;p34"/>
          <p:cNvSpPr/>
          <p:nvPr/>
        </p:nvSpPr>
        <p:spPr>
          <a:xfrm>
            <a:off x="3340203" y="1630216"/>
            <a:ext cx="467597" cy="1764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9" name="Google Shape;2769;p34"/>
          <p:cNvSpPr/>
          <p:nvPr/>
        </p:nvSpPr>
        <p:spPr>
          <a:xfrm>
            <a:off x="3844275" y="1841664"/>
            <a:ext cx="283981" cy="42675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0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0" name="Google Shape;2770;p34"/>
          <p:cNvSpPr/>
          <p:nvPr/>
        </p:nvSpPr>
        <p:spPr>
          <a:xfrm>
            <a:off x="3428955" y="2646838"/>
            <a:ext cx="852598" cy="26599"/>
          </a:xfrm>
          <a:custGeom>
            <a:avLst/>
            <a:gdLst/>
            <a:ahLst/>
            <a:cxnLst/>
            <a:rect l="l" t="t" r="r" b="b"/>
            <a:pathLst>
              <a:path w="144938" h="568" extrusionOk="0">
                <a:moveTo>
                  <a:pt x="0" y="0"/>
                </a:moveTo>
                <a:lnTo>
                  <a:pt x="0" y="568"/>
                </a:lnTo>
                <a:lnTo>
                  <a:pt x="144937" y="568"/>
                </a:lnTo>
                <a:lnTo>
                  <a:pt x="14493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1" name="Google Shape;2771;p34"/>
          <p:cNvSpPr/>
          <p:nvPr/>
        </p:nvSpPr>
        <p:spPr>
          <a:xfrm rot="10800000" flipH="1">
            <a:off x="3457725" y="2241424"/>
            <a:ext cx="694065" cy="21852"/>
          </a:xfrm>
          <a:custGeom>
            <a:avLst/>
            <a:gdLst/>
            <a:ahLst/>
            <a:cxnLst/>
            <a:rect l="l" t="t" r="r" b="b"/>
            <a:pathLst>
              <a:path w="20649" h="2603" extrusionOk="0">
                <a:moveTo>
                  <a:pt x="0" y="0"/>
                </a:moveTo>
                <a:lnTo>
                  <a:pt x="0" y="2602"/>
                </a:lnTo>
                <a:lnTo>
                  <a:pt x="20648" y="2602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2" name="Google Shape;2772;p34"/>
          <p:cNvSpPr/>
          <p:nvPr/>
        </p:nvSpPr>
        <p:spPr>
          <a:xfrm>
            <a:off x="4890036" y="2154369"/>
            <a:ext cx="1171728" cy="26599"/>
          </a:xfrm>
          <a:custGeom>
            <a:avLst/>
            <a:gdLst/>
            <a:ahLst/>
            <a:cxnLst/>
            <a:rect l="l" t="t" r="r" b="b"/>
            <a:pathLst>
              <a:path w="144971" h="568" extrusionOk="0">
                <a:moveTo>
                  <a:pt x="1" y="1"/>
                </a:moveTo>
                <a:lnTo>
                  <a:pt x="1" y="568"/>
                </a:lnTo>
                <a:lnTo>
                  <a:pt x="144971" y="568"/>
                </a:lnTo>
                <a:lnTo>
                  <a:pt x="1449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3" name="Google Shape;2773;p34"/>
          <p:cNvSpPr/>
          <p:nvPr/>
        </p:nvSpPr>
        <p:spPr>
          <a:xfrm>
            <a:off x="4137003" y="2487192"/>
            <a:ext cx="410070" cy="19242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4" y="701"/>
                </a:lnTo>
                <a:lnTo>
                  <a:pt x="226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4" name="Google Shape;2774;p34"/>
          <p:cNvSpPr/>
          <p:nvPr/>
        </p:nvSpPr>
        <p:spPr>
          <a:xfrm>
            <a:off x="3843944" y="2529645"/>
            <a:ext cx="126223" cy="35688"/>
          </a:xfrm>
          <a:custGeom>
            <a:avLst/>
            <a:gdLst/>
            <a:ahLst/>
            <a:cxnLst/>
            <a:rect l="l" t="t" r="r" b="b"/>
            <a:pathLst>
              <a:path w="4605" h="1302" extrusionOk="0">
                <a:moveTo>
                  <a:pt x="1" y="0"/>
                </a:moveTo>
                <a:lnTo>
                  <a:pt x="1" y="1301"/>
                </a:lnTo>
                <a:lnTo>
                  <a:pt x="4604" y="1301"/>
                </a:lnTo>
                <a:lnTo>
                  <a:pt x="46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5" name="Google Shape;2775;p34"/>
          <p:cNvSpPr/>
          <p:nvPr/>
        </p:nvSpPr>
        <p:spPr>
          <a:xfrm>
            <a:off x="4424161" y="2109655"/>
            <a:ext cx="253296" cy="40265"/>
          </a:xfrm>
          <a:custGeom>
            <a:avLst/>
            <a:gdLst/>
            <a:ahLst/>
            <a:cxnLst/>
            <a:rect l="l" t="t" r="r" b="b"/>
            <a:pathLst>
              <a:path w="9241" h="2570" extrusionOk="0">
                <a:moveTo>
                  <a:pt x="1" y="1"/>
                </a:moveTo>
                <a:lnTo>
                  <a:pt x="1" y="2569"/>
                </a:lnTo>
                <a:lnTo>
                  <a:pt x="9240" y="2569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34"/>
          <p:cNvSpPr/>
          <p:nvPr/>
        </p:nvSpPr>
        <p:spPr>
          <a:xfrm rot="10800000" flipH="1">
            <a:off x="4049118" y="2762179"/>
            <a:ext cx="253299" cy="21851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7" name="Google Shape;2777;p34"/>
          <p:cNvSpPr/>
          <p:nvPr/>
        </p:nvSpPr>
        <p:spPr>
          <a:xfrm>
            <a:off x="4676307" y="1951004"/>
            <a:ext cx="119782" cy="19214"/>
          </a:xfrm>
          <a:custGeom>
            <a:avLst/>
            <a:gdLst/>
            <a:ahLst/>
            <a:cxnLst/>
            <a:rect l="l" t="t" r="r" b="b"/>
            <a:pathLst>
              <a:path w="4370" h="701" extrusionOk="0">
                <a:moveTo>
                  <a:pt x="0" y="0"/>
                </a:moveTo>
                <a:lnTo>
                  <a:pt x="0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8" name="Google Shape;2778;p34"/>
          <p:cNvSpPr/>
          <p:nvPr/>
        </p:nvSpPr>
        <p:spPr>
          <a:xfrm>
            <a:off x="4450170" y="1219852"/>
            <a:ext cx="509526" cy="24524"/>
          </a:xfrm>
          <a:custGeom>
            <a:avLst/>
            <a:gdLst/>
            <a:ahLst/>
            <a:cxnLst/>
            <a:rect l="l" t="t" r="r" b="b"/>
            <a:pathLst>
              <a:path w="4405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9" name="Google Shape;2779;p34"/>
          <p:cNvSpPr/>
          <p:nvPr/>
        </p:nvSpPr>
        <p:spPr>
          <a:xfrm>
            <a:off x="3706007" y="1405302"/>
            <a:ext cx="197516" cy="31110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1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0" name="Google Shape;2780;p34"/>
          <p:cNvSpPr/>
          <p:nvPr/>
        </p:nvSpPr>
        <p:spPr>
          <a:xfrm rot="10800000" flipH="1">
            <a:off x="4965925" y="2295926"/>
            <a:ext cx="410079" cy="30348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1" y="0"/>
                </a:moveTo>
                <a:lnTo>
                  <a:pt x="1" y="2235"/>
                </a:lnTo>
                <a:lnTo>
                  <a:pt x="24752" y="2235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1" name="Google Shape;2781;p34"/>
          <p:cNvSpPr/>
          <p:nvPr/>
        </p:nvSpPr>
        <p:spPr>
          <a:xfrm rot="10800000" flipH="1">
            <a:off x="5608050" y="1611846"/>
            <a:ext cx="126226" cy="218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2" name="Google Shape;2782;p34"/>
          <p:cNvSpPr/>
          <p:nvPr/>
        </p:nvSpPr>
        <p:spPr>
          <a:xfrm>
            <a:off x="5261689" y="2037063"/>
            <a:ext cx="467629" cy="19242"/>
          </a:xfrm>
          <a:custGeom>
            <a:avLst/>
            <a:gdLst/>
            <a:ahLst/>
            <a:cxnLst/>
            <a:rect l="l" t="t" r="r" b="b"/>
            <a:pathLst>
              <a:path w="22717" h="702" extrusionOk="0">
                <a:moveTo>
                  <a:pt x="1" y="1"/>
                </a:moveTo>
                <a:lnTo>
                  <a:pt x="1" y="701"/>
                </a:lnTo>
                <a:lnTo>
                  <a:pt x="22717" y="701"/>
                </a:lnTo>
                <a:lnTo>
                  <a:pt x="227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3" name="Google Shape;2783;p34"/>
          <p:cNvSpPr/>
          <p:nvPr/>
        </p:nvSpPr>
        <p:spPr>
          <a:xfrm>
            <a:off x="4919902" y="2688911"/>
            <a:ext cx="85307" cy="23790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4" name="Google Shape;2784;p34"/>
          <p:cNvSpPr/>
          <p:nvPr/>
        </p:nvSpPr>
        <p:spPr>
          <a:xfrm>
            <a:off x="3780312" y="2055852"/>
            <a:ext cx="344774" cy="31149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5" name="Google Shape;2785;p34"/>
          <p:cNvSpPr/>
          <p:nvPr/>
        </p:nvSpPr>
        <p:spPr>
          <a:xfrm>
            <a:off x="4229040" y="2319749"/>
            <a:ext cx="148840" cy="28588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6" name="Google Shape;2786;p34"/>
          <p:cNvSpPr/>
          <p:nvPr/>
        </p:nvSpPr>
        <p:spPr>
          <a:xfrm>
            <a:off x="4623989" y="2565908"/>
            <a:ext cx="1093944" cy="17656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0" y="0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7" name="Google Shape;2787;p34"/>
          <p:cNvSpPr/>
          <p:nvPr/>
        </p:nvSpPr>
        <p:spPr>
          <a:xfrm rot="10800000" flipH="1">
            <a:off x="5441763" y="1356450"/>
            <a:ext cx="119024" cy="24524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8" name="Google Shape;2788;p34"/>
          <p:cNvSpPr/>
          <p:nvPr/>
        </p:nvSpPr>
        <p:spPr>
          <a:xfrm>
            <a:off x="4079914" y="1652507"/>
            <a:ext cx="110926" cy="17656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9" name="Google Shape;2789;p34"/>
          <p:cNvSpPr/>
          <p:nvPr/>
        </p:nvSpPr>
        <p:spPr>
          <a:xfrm rot="10800000" flipH="1">
            <a:off x="5734263" y="1819628"/>
            <a:ext cx="246038" cy="39613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0" name="Google Shape;2790;p34"/>
          <p:cNvSpPr/>
          <p:nvPr/>
        </p:nvSpPr>
        <p:spPr>
          <a:xfrm>
            <a:off x="4417628" y="1858617"/>
            <a:ext cx="181501" cy="29444"/>
          </a:xfrm>
          <a:custGeom>
            <a:avLst/>
            <a:gdLst/>
            <a:ahLst/>
            <a:cxnLst/>
            <a:rect l="l" t="t" r="r" b="b"/>
            <a:pathLst>
              <a:path w="7206" h="1169" extrusionOk="0">
                <a:moveTo>
                  <a:pt x="0" y="1"/>
                </a:moveTo>
                <a:lnTo>
                  <a:pt x="0" y="1168"/>
                </a:lnTo>
                <a:lnTo>
                  <a:pt x="7205" y="1168"/>
                </a:lnTo>
                <a:lnTo>
                  <a:pt x="720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1" name="Google Shape;2791;p34"/>
          <p:cNvSpPr/>
          <p:nvPr/>
        </p:nvSpPr>
        <p:spPr>
          <a:xfrm>
            <a:off x="3988100" y="1370026"/>
            <a:ext cx="901899" cy="17682"/>
          </a:xfrm>
          <a:custGeom>
            <a:avLst/>
            <a:gdLst/>
            <a:ahLst/>
            <a:cxnLst/>
            <a:rect l="l" t="t" r="r" b="b"/>
            <a:pathLst>
              <a:path w="43465" h="702" extrusionOk="0">
                <a:moveTo>
                  <a:pt x="0" y="1"/>
                </a:moveTo>
                <a:lnTo>
                  <a:pt x="0" y="701"/>
                </a:lnTo>
                <a:lnTo>
                  <a:pt x="43465" y="701"/>
                </a:lnTo>
                <a:lnTo>
                  <a:pt x="4346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2" name="Google Shape;2792;p34"/>
          <p:cNvSpPr/>
          <p:nvPr/>
        </p:nvSpPr>
        <p:spPr>
          <a:xfrm rot="10800000" flipH="1">
            <a:off x="3463863" y="1833902"/>
            <a:ext cx="167238" cy="28299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3" name="Google Shape;2793;p34"/>
          <p:cNvSpPr/>
          <p:nvPr/>
        </p:nvSpPr>
        <p:spPr>
          <a:xfrm>
            <a:off x="5200934" y="1233731"/>
            <a:ext cx="196561" cy="28591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4" name="Google Shape;2794;p34"/>
          <p:cNvSpPr/>
          <p:nvPr/>
        </p:nvSpPr>
        <p:spPr>
          <a:xfrm>
            <a:off x="4775745" y="2411409"/>
            <a:ext cx="197501" cy="47074"/>
          </a:xfrm>
          <a:custGeom>
            <a:avLst/>
            <a:gdLst/>
            <a:ahLst/>
            <a:cxnLst/>
            <a:rect l="l" t="t" r="r" b="b"/>
            <a:pathLst>
              <a:path w="4637" h="2970" extrusionOk="0">
                <a:moveTo>
                  <a:pt x="0" y="1"/>
                </a:moveTo>
                <a:lnTo>
                  <a:pt x="0" y="2969"/>
                </a:lnTo>
                <a:lnTo>
                  <a:pt x="4637" y="2969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5" name="Google Shape;2795;p34"/>
          <p:cNvSpPr/>
          <p:nvPr/>
        </p:nvSpPr>
        <p:spPr>
          <a:xfrm>
            <a:off x="4624008" y="1628404"/>
            <a:ext cx="102513" cy="29444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6" name="Google Shape;2796;p34"/>
          <p:cNvSpPr/>
          <p:nvPr/>
        </p:nvSpPr>
        <p:spPr>
          <a:xfrm>
            <a:off x="4955141" y="2870012"/>
            <a:ext cx="137501" cy="22052"/>
          </a:xfrm>
          <a:custGeom>
            <a:avLst/>
            <a:gdLst/>
            <a:ahLst/>
            <a:cxnLst/>
            <a:rect l="l" t="t" r="r" b="b"/>
            <a:pathLst>
              <a:path w="4371" h="701" extrusionOk="0">
                <a:moveTo>
                  <a:pt x="1" y="0"/>
                </a:moveTo>
                <a:lnTo>
                  <a:pt x="1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7" name="Google Shape;2797;p34"/>
          <p:cNvSpPr/>
          <p:nvPr/>
        </p:nvSpPr>
        <p:spPr>
          <a:xfrm>
            <a:off x="4585213" y="2850425"/>
            <a:ext cx="246048" cy="28602"/>
          </a:xfrm>
          <a:custGeom>
            <a:avLst/>
            <a:gdLst/>
            <a:ahLst/>
            <a:cxnLst/>
            <a:rect l="l" t="t" r="r" b="b"/>
            <a:pathLst>
              <a:path w="5105" h="1436" extrusionOk="0">
                <a:moveTo>
                  <a:pt x="1" y="1"/>
                </a:moveTo>
                <a:lnTo>
                  <a:pt x="1" y="1435"/>
                </a:lnTo>
                <a:lnTo>
                  <a:pt x="5104" y="1435"/>
                </a:lnTo>
                <a:lnTo>
                  <a:pt x="51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8" name="Google Shape;2798;p34"/>
          <p:cNvSpPr/>
          <p:nvPr/>
        </p:nvSpPr>
        <p:spPr>
          <a:xfrm>
            <a:off x="3215450" y="2417003"/>
            <a:ext cx="370620" cy="35352"/>
          </a:xfrm>
          <a:custGeom>
            <a:avLst/>
            <a:gdLst/>
            <a:ahLst/>
            <a:cxnLst/>
            <a:rect l="l" t="t" r="r" b="b"/>
            <a:pathLst>
              <a:path w="19248" h="1836" extrusionOk="0">
                <a:moveTo>
                  <a:pt x="1" y="1"/>
                </a:moveTo>
                <a:lnTo>
                  <a:pt x="1" y="1835"/>
                </a:lnTo>
                <a:lnTo>
                  <a:pt x="19248" y="1835"/>
                </a:lnTo>
                <a:lnTo>
                  <a:pt x="1924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34"/>
          <p:cNvSpPr/>
          <p:nvPr/>
        </p:nvSpPr>
        <p:spPr>
          <a:xfrm>
            <a:off x="5694550" y="2360910"/>
            <a:ext cx="148824" cy="25051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0" name="Google Shape;2800;p34"/>
          <p:cNvSpPr/>
          <p:nvPr/>
        </p:nvSpPr>
        <p:spPr>
          <a:xfrm>
            <a:off x="5261700" y="2729725"/>
            <a:ext cx="284402" cy="28599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1" name="Google Shape;2801;p34"/>
          <p:cNvSpPr/>
          <p:nvPr/>
        </p:nvSpPr>
        <p:spPr>
          <a:xfrm>
            <a:off x="4893187" y="1648365"/>
            <a:ext cx="138752" cy="21854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0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2" name="Google Shape;2802;p34"/>
          <p:cNvSpPr/>
          <p:nvPr/>
        </p:nvSpPr>
        <p:spPr>
          <a:xfrm>
            <a:off x="5071596" y="1351342"/>
            <a:ext cx="86725" cy="25070"/>
          </a:xfrm>
          <a:custGeom>
            <a:avLst/>
            <a:gdLst/>
            <a:ahLst/>
            <a:cxnLst/>
            <a:rect l="l" t="t" r="r" b="b"/>
            <a:pathLst>
              <a:path w="4504" h="1302" extrusionOk="0">
                <a:moveTo>
                  <a:pt x="0" y="1"/>
                </a:moveTo>
                <a:lnTo>
                  <a:pt x="0" y="1302"/>
                </a:lnTo>
                <a:lnTo>
                  <a:pt x="4503" y="1302"/>
                </a:lnTo>
                <a:lnTo>
                  <a:pt x="45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3" name="Google Shape;2803;p34"/>
          <p:cNvSpPr/>
          <p:nvPr/>
        </p:nvSpPr>
        <p:spPr>
          <a:xfrm>
            <a:off x="4089050" y="1234679"/>
            <a:ext cx="173430" cy="19248"/>
          </a:xfrm>
          <a:custGeom>
            <a:avLst/>
            <a:gdLst/>
            <a:ahLst/>
            <a:cxnLst/>
            <a:rect l="l" t="t" r="r" b="b"/>
            <a:pathLst>
              <a:path w="9007" h="2536" extrusionOk="0">
                <a:moveTo>
                  <a:pt x="0" y="0"/>
                </a:moveTo>
                <a:lnTo>
                  <a:pt x="0" y="2535"/>
                </a:lnTo>
                <a:lnTo>
                  <a:pt x="9006" y="2535"/>
                </a:lnTo>
                <a:lnTo>
                  <a:pt x="900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4" name="Google Shape;2804;p34"/>
          <p:cNvSpPr/>
          <p:nvPr/>
        </p:nvSpPr>
        <p:spPr>
          <a:xfrm>
            <a:off x="5189986" y="1731551"/>
            <a:ext cx="344774" cy="31151"/>
          </a:xfrm>
          <a:custGeom>
            <a:avLst/>
            <a:gdLst/>
            <a:ahLst/>
            <a:cxnLst/>
            <a:rect l="l" t="t" r="r" b="b"/>
            <a:pathLst>
              <a:path w="76489" h="701" extrusionOk="0">
                <a:moveTo>
                  <a:pt x="0" y="0"/>
                </a:moveTo>
                <a:lnTo>
                  <a:pt x="0" y="701"/>
                </a:lnTo>
                <a:lnTo>
                  <a:pt x="76488" y="701"/>
                </a:lnTo>
                <a:lnTo>
                  <a:pt x="7648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5" name="Google Shape;2805;p34"/>
          <p:cNvSpPr/>
          <p:nvPr/>
        </p:nvSpPr>
        <p:spPr>
          <a:xfrm>
            <a:off x="5058036" y="1947863"/>
            <a:ext cx="84144" cy="13517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6" name="Google Shape;2806;p34"/>
          <p:cNvSpPr/>
          <p:nvPr/>
        </p:nvSpPr>
        <p:spPr>
          <a:xfrm>
            <a:off x="3361577" y="2048237"/>
            <a:ext cx="78368" cy="21854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7" name="Google Shape;2807;p34"/>
          <p:cNvSpPr/>
          <p:nvPr/>
        </p:nvSpPr>
        <p:spPr>
          <a:xfrm>
            <a:off x="4220680" y="1736548"/>
            <a:ext cx="436780" cy="13517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0" y="1"/>
                </a:moveTo>
                <a:lnTo>
                  <a:pt x="0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8" name="Google Shape;2808;p34"/>
          <p:cNvSpPr/>
          <p:nvPr/>
        </p:nvSpPr>
        <p:spPr>
          <a:xfrm>
            <a:off x="3765258" y="2841855"/>
            <a:ext cx="79023" cy="21854"/>
          </a:xfrm>
          <a:custGeom>
            <a:avLst/>
            <a:gdLst/>
            <a:ahLst/>
            <a:cxnLst/>
            <a:rect l="l" t="t" r="r" b="b"/>
            <a:pathLst>
              <a:path w="4104" h="1135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9" name="Google Shape;2809;p34"/>
          <p:cNvSpPr txBox="1">
            <a:spLocks noGrp="1"/>
          </p:cNvSpPr>
          <p:nvPr>
            <p:ph type="title"/>
          </p:nvPr>
        </p:nvSpPr>
        <p:spPr>
          <a:xfrm>
            <a:off x="2156850" y="2752063"/>
            <a:ext cx="4830300" cy="11567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>
                <a:latin typeface="+mj-lt"/>
              </a:rPr>
              <a:t>Problem</a:t>
            </a:r>
            <a:br>
              <a:rPr lang="en-GB" dirty="0">
                <a:latin typeface="+mj-lt"/>
              </a:rPr>
            </a:br>
            <a:r>
              <a:rPr lang="en-GB" dirty="0">
                <a:latin typeface="+mj-lt"/>
              </a:rPr>
              <a:t>Definition &amp; Constraints</a:t>
            </a:r>
            <a:endParaRPr dirty="0">
              <a:latin typeface="+mj-lt"/>
            </a:endParaRPr>
          </a:p>
        </p:txBody>
      </p:sp>
      <p:sp>
        <p:nvSpPr>
          <p:cNvPr id="2810" name="Google Shape;2810;p34"/>
          <p:cNvSpPr txBox="1">
            <a:spLocks noGrp="1"/>
          </p:cNvSpPr>
          <p:nvPr>
            <p:ph type="title" idx="2"/>
          </p:nvPr>
        </p:nvSpPr>
        <p:spPr>
          <a:xfrm>
            <a:off x="3586500" y="1537225"/>
            <a:ext cx="1971000" cy="10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01</a:t>
            </a:r>
            <a:endParaRPr dirty="0">
              <a:latin typeface="+mj-lt"/>
            </a:endParaRPr>
          </a:p>
        </p:txBody>
      </p:sp>
      <p:grpSp>
        <p:nvGrpSpPr>
          <p:cNvPr id="2811" name="Google Shape;2811;p34"/>
          <p:cNvGrpSpPr/>
          <p:nvPr/>
        </p:nvGrpSpPr>
        <p:grpSpPr>
          <a:xfrm>
            <a:off x="3521156" y="1456701"/>
            <a:ext cx="1844197" cy="1075857"/>
            <a:chOff x="3837610" y="1371489"/>
            <a:chExt cx="1655325" cy="965674"/>
          </a:xfrm>
        </p:grpSpPr>
        <p:sp>
          <p:nvSpPr>
            <p:cNvPr id="2812" name="Google Shape;2812;p34"/>
            <p:cNvSpPr/>
            <p:nvPr/>
          </p:nvSpPr>
          <p:spPr>
            <a:xfrm>
              <a:off x="4825169" y="2268967"/>
              <a:ext cx="212383" cy="68196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4"/>
            <p:cNvSpPr/>
            <p:nvPr/>
          </p:nvSpPr>
          <p:spPr>
            <a:xfrm rot="10800000" flipH="1">
              <a:off x="3837610" y="2034829"/>
              <a:ext cx="164000" cy="65325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0" y="1"/>
                  </a:moveTo>
                  <a:lnTo>
                    <a:pt x="0" y="701"/>
                  </a:lnTo>
                  <a:lnTo>
                    <a:pt x="4370" y="701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4"/>
            <p:cNvSpPr/>
            <p:nvPr/>
          </p:nvSpPr>
          <p:spPr>
            <a:xfrm>
              <a:off x="4831548" y="1371489"/>
              <a:ext cx="164000" cy="60025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1" y="1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4"/>
            <p:cNvSpPr/>
            <p:nvPr/>
          </p:nvSpPr>
          <p:spPr>
            <a:xfrm>
              <a:off x="4688015" y="2047885"/>
              <a:ext cx="164011" cy="4499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4"/>
            <p:cNvSpPr/>
            <p:nvPr/>
          </p:nvSpPr>
          <p:spPr>
            <a:xfrm>
              <a:off x="4196117" y="1507245"/>
              <a:ext cx="255276" cy="27960"/>
            </a:xfrm>
            <a:custGeom>
              <a:avLst/>
              <a:gdLst/>
              <a:ahLst/>
              <a:cxnLst/>
              <a:rect l="l" t="t" r="r" b="b"/>
              <a:pathLst>
                <a:path w="2803" h="1869" extrusionOk="0">
                  <a:moveTo>
                    <a:pt x="1" y="0"/>
                  </a:moveTo>
                  <a:lnTo>
                    <a:pt x="1" y="1868"/>
                  </a:lnTo>
                  <a:lnTo>
                    <a:pt x="2803" y="1868"/>
                  </a:lnTo>
                  <a:lnTo>
                    <a:pt x="2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4"/>
            <p:cNvSpPr/>
            <p:nvPr/>
          </p:nvSpPr>
          <p:spPr>
            <a:xfrm>
              <a:off x="5280581" y="1754019"/>
              <a:ext cx="212354" cy="38305"/>
            </a:xfrm>
            <a:custGeom>
              <a:avLst/>
              <a:gdLst/>
              <a:ahLst/>
              <a:cxnLst/>
              <a:rect l="l" t="t" r="r" b="b"/>
              <a:pathLst>
                <a:path w="19248" h="1869" extrusionOk="0">
                  <a:moveTo>
                    <a:pt x="0" y="1"/>
                  </a:moveTo>
                  <a:lnTo>
                    <a:pt x="0" y="1869"/>
                  </a:lnTo>
                  <a:lnTo>
                    <a:pt x="19248" y="1869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4"/>
            <p:cNvSpPr/>
            <p:nvPr/>
          </p:nvSpPr>
          <p:spPr>
            <a:xfrm>
              <a:off x="4812496" y="1529517"/>
              <a:ext cx="305450" cy="23825"/>
            </a:xfrm>
            <a:custGeom>
              <a:avLst/>
              <a:gdLst/>
              <a:ahLst/>
              <a:cxnLst/>
              <a:rect l="l" t="t" r="r" b="b"/>
              <a:pathLst>
                <a:path w="8141" h="635" extrusionOk="0">
                  <a:moveTo>
                    <a:pt x="1" y="0"/>
                  </a:moveTo>
                  <a:lnTo>
                    <a:pt x="1" y="634"/>
                  </a:lnTo>
                  <a:lnTo>
                    <a:pt x="8140" y="634"/>
                  </a:lnTo>
                  <a:lnTo>
                    <a:pt x="8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32"/>
          <p:cNvSpPr txBox="1">
            <a:spLocks noGrp="1"/>
          </p:cNvSpPr>
          <p:nvPr>
            <p:ph type="title"/>
          </p:nvPr>
        </p:nvSpPr>
        <p:spPr>
          <a:xfrm>
            <a:off x="972900" y="347425"/>
            <a:ext cx="7198200" cy="5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313131"/>
                </a:solidFill>
                <a:effectLst/>
                <a:latin typeface="+mj-lt"/>
              </a:rPr>
              <a:t>Definition of the Problem / Puzzle</a:t>
            </a:r>
            <a:endParaRPr dirty="0">
              <a:latin typeface="+mj-lt"/>
            </a:endParaRPr>
          </a:p>
        </p:txBody>
      </p:sp>
      <p:sp>
        <p:nvSpPr>
          <p:cNvPr id="2717" name="Google Shape;2717;p32"/>
          <p:cNvSpPr txBox="1">
            <a:spLocks noGrp="1"/>
          </p:cNvSpPr>
          <p:nvPr>
            <p:ph type="body" idx="1"/>
          </p:nvPr>
        </p:nvSpPr>
        <p:spPr>
          <a:xfrm>
            <a:off x="602650" y="932425"/>
            <a:ext cx="7898700" cy="37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SzPts val="1100"/>
              <a:buNone/>
            </a:pP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The Prisoner’s Dilemma is a classic game theory problem that shows how two rational individuals may fail to cooperate, even when cooperation is in their best interest.</a:t>
            </a:r>
            <a:br>
              <a:rPr lang="en-GB" sz="1800" dirty="0">
                <a:latin typeface="+mn-lt"/>
              </a:rPr>
            </a:br>
            <a:br>
              <a:rPr lang="en-GB" sz="1800" dirty="0">
                <a:latin typeface="+mn-lt"/>
              </a:rPr>
            </a:b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It involves two prisoners who are accused of a crime and are interrogated separately.</a:t>
            </a:r>
            <a:br>
              <a:rPr lang="en-GB" sz="1800" dirty="0">
                <a:latin typeface="+mn-lt"/>
              </a:rPr>
            </a:b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Each prisoner must choose between:</a:t>
            </a:r>
            <a:br>
              <a:rPr lang="en-GB" sz="1800" dirty="0">
                <a:latin typeface="+mn-lt"/>
              </a:rPr>
            </a:br>
            <a:br>
              <a:rPr lang="en-GB" sz="1800" dirty="0">
                <a:latin typeface="+mn-lt"/>
              </a:rPr>
            </a:br>
            <a:r>
              <a:rPr lang="en-GB" sz="1800" dirty="0">
                <a:latin typeface="+mn-lt"/>
              </a:rPr>
              <a:t>&gt; </a:t>
            </a: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Cooperating with the other prisoner (staying silent), or</a:t>
            </a:r>
            <a:br>
              <a:rPr lang="en-GB" sz="1800" dirty="0">
                <a:latin typeface="+mn-lt"/>
              </a:rPr>
            </a:br>
            <a:r>
              <a:rPr lang="en-GB" sz="1800" dirty="0">
                <a:latin typeface="+mn-lt"/>
              </a:rPr>
              <a:t>&gt; </a:t>
            </a: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Defecting** (betraying the other by confessing)</a:t>
            </a:r>
            <a:br>
              <a:rPr lang="en-GB" sz="1800" dirty="0">
                <a:latin typeface="+mn-lt"/>
              </a:rPr>
            </a:br>
            <a:br>
              <a:rPr lang="en-GB" sz="1800" dirty="0">
                <a:latin typeface="+mn-lt"/>
              </a:rPr>
            </a:b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The puzzle demonstrates the conflict between individual rationality and collective benefit</a:t>
            </a:r>
            <a:endParaRPr sz="18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32"/>
          <p:cNvSpPr txBox="1">
            <a:spLocks noGrp="1"/>
          </p:cNvSpPr>
          <p:nvPr>
            <p:ph type="title"/>
          </p:nvPr>
        </p:nvSpPr>
        <p:spPr>
          <a:xfrm>
            <a:off x="972900" y="347425"/>
            <a:ext cx="7198200" cy="5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313131"/>
                </a:solidFill>
                <a:effectLst/>
                <a:latin typeface="+mj-lt"/>
              </a:rPr>
              <a:t>Constraints of the Problem</a:t>
            </a:r>
            <a:endParaRPr dirty="0">
              <a:latin typeface="+mj-lt"/>
            </a:endParaRPr>
          </a:p>
        </p:txBody>
      </p:sp>
      <p:sp>
        <p:nvSpPr>
          <p:cNvPr id="2717" name="Google Shape;2717;p32"/>
          <p:cNvSpPr txBox="1">
            <a:spLocks noGrp="1"/>
          </p:cNvSpPr>
          <p:nvPr>
            <p:ph type="body" idx="1"/>
          </p:nvPr>
        </p:nvSpPr>
        <p:spPr>
          <a:xfrm>
            <a:off x="538854" y="932425"/>
            <a:ext cx="7898700" cy="37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The Prisoner’s Dilemma operates under the following constraints:</a:t>
            </a:r>
            <a:br>
              <a:rPr lang="en-GB" sz="2000" dirty="0">
                <a:latin typeface="+mn-lt"/>
              </a:rPr>
            </a:b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* Prisoners cannot communicate with each other</a:t>
            </a: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* Each prisoner must make a decision independently</a:t>
            </a: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* Each prisoner aims to minimize their own punishment</a:t>
            </a: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* The outcome depends on the combination of both choices</a:t>
            </a: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* Trust and cooperation are uncertain</a:t>
            </a:r>
            <a:br>
              <a:rPr lang="en-GB" sz="2000" dirty="0">
                <a:latin typeface="+mn-lt"/>
              </a:rPr>
            </a:b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These constraints make cooperation risky, even when it leads to a better overall outcome</a:t>
            </a:r>
            <a:r>
              <a:rPr lang="en-GB" b="0" i="0" u="none" strike="noStrike" dirty="0">
                <a:solidFill>
                  <a:srgbClr val="313131"/>
                </a:solidFill>
                <a:effectLst/>
                <a:latin typeface="Arial" panose="020B0604020202020204" pitchFamily="34" charset="0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471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32"/>
          <p:cNvSpPr txBox="1">
            <a:spLocks noGrp="1"/>
          </p:cNvSpPr>
          <p:nvPr>
            <p:ph type="title"/>
          </p:nvPr>
        </p:nvSpPr>
        <p:spPr>
          <a:xfrm>
            <a:off x="972900" y="347425"/>
            <a:ext cx="7198200" cy="5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313131"/>
                </a:solidFill>
                <a:effectLst/>
                <a:latin typeface="Arial" panose="020B0604020202020204" pitchFamily="34" charset="0"/>
              </a:rPr>
              <a:t>Definition of the Problem / Puzzle</a:t>
            </a:r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DB24A3F-D590-41B2-B862-05D145816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51706"/>
              </p:ext>
            </p:extLst>
          </p:nvPr>
        </p:nvGraphicFramePr>
        <p:xfrm>
          <a:off x="1524000" y="850605"/>
          <a:ext cx="6096000" cy="3476848"/>
        </p:xfrm>
        <a:graphic>
          <a:graphicData uri="http://schemas.openxmlformats.org/drawingml/2006/table">
            <a:tbl>
              <a:tblPr firstRow="1" bandRow="1">
                <a:tableStyleId>{33EFAB65-C2E4-4D0D-8C86-6BE953303843}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351694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1082781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61864473"/>
                    </a:ext>
                  </a:extLst>
                </a:gridCol>
              </a:tblGrid>
              <a:tr h="869212">
                <a:tc>
                  <a:txBody>
                    <a:bodyPr/>
                    <a:lstStyle/>
                    <a:p>
                      <a:r>
                        <a:rPr lang="en-GB" dirty="0"/>
                        <a:t>Prisoner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Prisoner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046386"/>
                  </a:ext>
                </a:extLst>
              </a:tr>
              <a:tr h="869212">
                <a:tc>
                  <a:txBody>
                    <a:bodyPr/>
                    <a:lstStyle/>
                    <a:p>
                      <a:r>
                        <a:rPr lang="en-GB" dirty="0"/>
                        <a:t>Cooperate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Cooperate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Both get 1 year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765091"/>
                  </a:ext>
                </a:extLst>
              </a:tr>
              <a:tr h="869212">
                <a:tc>
                  <a:txBody>
                    <a:bodyPr/>
                    <a:lstStyle/>
                    <a:p>
                      <a:r>
                        <a:rPr lang="en-GB" dirty="0"/>
                        <a:t>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Cooperate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Defector goes free, </a:t>
                      </a:r>
                      <a:r>
                        <a:rPr lang="en-GB" sz="1400" b="0" u="none" strike="noStrike" cap="none" dirty="0" err="1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cooperator</a:t>
                      </a:r>
                      <a:r>
                        <a:rPr lang="en-GB" sz="14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 gets 5 years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341781"/>
                  </a:ext>
                </a:extLst>
              </a:tr>
              <a:tr h="869212">
                <a:tc>
                  <a:txBody>
                    <a:bodyPr/>
                    <a:lstStyle/>
                    <a:p>
                      <a:r>
                        <a:rPr lang="en-GB" dirty="0"/>
                        <a:t>Cooperate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u="none" strike="noStrike" cap="none" dirty="0" err="1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Cooperator</a:t>
                      </a:r>
                      <a:r>
                        <a:rPr lang="en-GB" sz="14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 gets 5 years, defector goes free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602791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0286899-683B-40C4-A712-969C8DE4B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97603"/>
              </p:ext>
            </p:extLst>
          </p:nvPr>
        </p:nvGraphicFramePr>
        <p:xfrm>
          <a:off x="1524000" y="4327453"/>
          <a:ext cx="6096000" cy="673300"/>
        </p:xfrm>
        <a:graphic>
          <a:graphicData uri="http://schemas.openxmlformats.org/drawingml/2006/table">
            <a:tbl>
              <a:tblPr firstRow="1" bandRow="1">
                <a:tableStyleId>{33EFAB65-C2E4-4D0D-8C86-6BE953303843}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696856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968017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42299816"/>
                    </a:ext>
                  </a:extLst>
                </a:gridCol>
              </a:tblGrid>
              <a:tr h="673300">
                <a:tc>
                  <a:txBody>
                    <a:bodyPr/>
                    <a:lstStyle/>
                    <a:p>
                      <a:r>
                        <a:rPr lang="en-GB" dirty="0"/>
                        <a:t>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Both get 3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451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781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34"/>
          <p:cNvSpPr/>
          <p:nvPr/>
        </p:nvSpPr>
        <p:spPr>
          <a:xfrm>
            <a:off x="4444764" y="1511588"/>
            <a:ext cx="1452398" cy="12901"/>
          </a:xfrm>
          <a:custGeom>
            <a:avLst/>
            <a:gdLst/>
            <a:ahLst/>
            <a:cxnLst/>
            <a:rect l="l" t="t" r="r" b="b"/>
            <a:pathLst>
              <a:path w="45734" h="3537" extrusionOk="0">
                <a:moveTo>
                  <a:pt x="1" y="1"/>
                </a:moveTo>
                <a:lnTo>
                  <a:pt x="1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8" name="Google Shape;2768;p34"/>
          <p:cNvSpPr/>
          <p:nvPr/>
        </p:nvSpPr>
        <p:spPr>
          <a:xfrm>
            <a:off x="3340203" y="1630216"/>
            <a:ext cx="467597" cy="1764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9" name="Google Shape;2769;p34"/>
          <p:cNvSpPr/>
          <p:nvPr/>
        </p:nvSpPr>
        <p:spPr>
          <a:xfrm>
            <a:off x="3844275" y="1841664"/>
            <a:ext cx="283981" cy="42675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0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0" name="Google Shape;2770;p34"/>
          <p:cNvSpPr/>
          <p:nvPr/>
        </p:nvSpPr>
        <p:spPr>
          <a:xfrm>
            <a:off x="3428955" y="2646838"/>
            <a:ext cx="852598" cy="26599"/>
          </a:xfrm>
          <a:custGeom>
            <a:avLst/>
            <a:gdLst/>
            <a:ahLst/>
            <a:cxnLst/>
            <a:rect l="l" t="t" r="r" b="b"/>
            <a:pathLst>
              <a:path w="144938" h="568" extrusionOk="0">
                <a:moveTo>
                  <a:pt x="0" y="0"/>
                </a:moveTo>
                <a:lnTo>
                  <a:pt x="0" y="568"/>
                </a:lnTo>
                <a:lnTo>
                  <a:pt x="144937" y="568"/>
                </a:lnTo>
                <a:lnTo>
                  <a:pt x="14493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1" name="Google Shape;2771;p34"/>
          <p:cNvSpPr/>
          <p:nvPr/>
        </p:nvSpPr>
        <p:spPr>
          <a:xfrm rot="10800000" flipH="1">
            <a:off x="3457725" y="2241424"/>
            <a:ext cx="694065" cy="21852"/>
          </a:xfrm>
          <a:custGeom>
            <a:avLst/>
            <a:gdLst/>
            <a:ahLst/>
            <a:cxnLst/>
            <a:rect l="l" t="t" r="r" b="b"/>
            <a:pathLst>
              <a:path w="20649" h="2603" extrusionOk="0">
                <a:moveTo>
                  <a:pt x="0" y="0"/>
                </a:moveTo>
                <a:lnTo>
                  <a:pt x="0" y="2602"/>
                </a:lnTo>
                <a:lnTo>
                  <a:pt x="20648" y="2602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2" name="Google Shape;2772;p34"/>
          <p:cNvSpPr/>
          <p:nvPr/>
        </p:nvSpPr>
        <p:spPr>
          <a:xfrm>
            <a:off x="4890036" y="2154369"/>
            <a:ext cx="1171728" cy="26599"/>
          </a:xfrm>
          <a:custGeom>
            <a:avLst/>
            <a:gdLst/>
            <a:ahLst/>
            <a:cxnLst/>
            <a:rect l="l" t="t" r="r" b="b"/>
            <a:pathLst>
              <a:path w="144971" h="568" extrusionOk="0">
                <a:moveTo>
                  <a:pt x="1" y="1"/>
                </a:moveTo>
                <a:lnTo>
                  <a:pt x="1" y="568"/>
                </a:lnTo>
                <a:lnTo>
                  <a:pt x="144971" y="568"/>
                </a:lnTo>
                <a:lnTo>
                  <a:pt x="1449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3" name="Google Shape;2773;p34"/>
          <p:cNvSpPr/>
          <p:nvPr/>
        </p:nvSpPr>
        <p:spPr>
          <a:xfrm>
            <a:off x="4137003" y="2487192"/>
            <a:ext cx="410070" cy="19242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4" y="701"/>
                </a:lnTo>
                <a:lnTo>
                  <a:pt x="226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4" name="Google Shape;2774;p34"/>
          <p:cNvSpPr/>
          <p:nvPr/>
        </p:nvSpPr>
        <p:spPr>
          <a:xfrm>
            <a:off x="3843944" y="2529645"/>
            <a:ext cx="126223" cy="35688"/>
          </a:xfrm>
          <a:custGeom>
            <a:avLst/>
            <a:gdLst/>
            <a:ahLst/>
            <a:cxnLst/>
            <a:rect l="l" t="t" r="r" b="b"/>
            <a:pathLst>
              <a:path w="4605" h="1302" extrusionOk="0">
                <a:moveTo>
                  <a:pt x="1" y="0"/>
                </a:moveTo>
                <a:lnTo>
                  <a:pt x="1" y="1301"/>
                </a:lnTo>
                <a:lnTo>
                  <a:pt x="4604" y="1301"/>
                </a:lnTo>
                <a:lnTo>
                  <a:pt x="46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5" name="Google Shape;2775;p34"/>
          <p:cNvSpPr/>
          <p:nvPr/>
        </p:nvSpPr>
        <p:spPr>
          <a:xfrm>
            <a:off x="4424161" y="2109655"/>
            <a:ext cx="253296" cy="40265"/>
          </a:xfrm>
          <a:custGeom>
            <a:avLst/>
            <a:gdLst/>
            <a:ahLst/>
            <a:cxnLst/>
            <a:rect l="l" t="t" r="r" b="b"/>
            <a:pathLst>
              <a:path w="9241" h="2570" extrusionOk="0">
                <a:moveTo>
                  <a:pt x="1" y="1"/>
                </a:moveTo>
                <a:lnTo>
                  <a:pt x="1" y="2569"/>
                </a:lnTo>
                <a:lnTo>
                  <a:pt x="9240" y="2569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34"/>
          <p:cNvSpPr/>
          <p:nvPr/>
        </p:nvSpPr>
        <p:spPr>
          <a:xfrm rot="10800000" flipH="1">
            <a:off x="4049118" y="2762179"/>
            <a:ext cx="253299" cy="21851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7" name="Google Shape;2777;p34"/>
          <p:cNvSpPr/>
          <p:nvPr/>
        </p:nvSpPr>
        <p:spPr>
          <a:xfrm>
            <a:off x="4676307" y="1951004"/>
            <a:ext cx="119782" cy="19214"/>
          </a:xfrm>
          <a:custGeom>
            <a:avLst/>
            <a:gdLst/>
            <a:ahLst/>
            <a:cxnLst/>
            <a:rect l="l" t="t" r="r" b="b"/>
            <a:pathLst>
              <a:path w="4370" h="701" extrusionOk="0">
                <a:moveTo>
                  <a:pt x="0" y="0"/>
                </a:moveTo>
                <a:lnTo>
                  <a:pt x="0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8" name="Google Shape;2778;p34"/>
          <p:cNvSpPr/>
          <p:nvPr/>
        </p:nvSpPr>
        <p:spPr>
          <a:xfrm>
            <a:off x="4450170" y="1219852"/>
            <a:ext cx="509526" cy="24524"/>
          </a:xfrm>
          <a:custGeom>
            <a:avLst/>
            <a:gdLst/>
            <a:ahLst/>
            <a:cxnLst/>
            <a:rect l="l" t="t" r="r" b="b"/>
            <a:pathLst>
              <a:path w="4405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9" name="Google Shape;2779;p34"/>
          <p:cNvSpPr/>
          <p:nvPr/>
        </p:nvSpPr>
        <p:spPr>
          <a:xfrm>
            <a:off x="3706007" y="1405302"/>
            <a:ext cx="197516" cy="31110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1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0" name="Google Shape;2780;p34"/>
          <p:cNvSpPr/>
          <p:nvPr/>
        </p:nvSpPr>
        <p:spPr>
          <a:xfrm rot="10800000" flipH="1">
            <a:off x="4965925" y="2295926"/>
            <a:ext cx="410079" cy="30348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1" y="0"/>
                </a:moveTo>
                <a:lnTo>
                  <a:pt x="1" y="2235"/>
                </a:lnTo>
                <a:lnTo>
                  <a:pt x="24752" y="2235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1" name="Google Shape;2781;p34"/>
          <p:cNvSpPr/>
          <p:nvPr/>
        </p:nvSpPr>
        <p:spPr>
          <a:xfrm rot="10800000" flipH="1">
            <a:off x="5608050" y="1611846"/>
            <a:ext cx="126226" cy="218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2" name="Google Shape;2782;p34"/>
          <p:cNvSpPr/>
          <p:nvPr/>
        </p:nvSpPr>
        <p:spPr>
          <a:xfrm>
            <a:off x="5261689" y="2037063"/>
            <a:ext cx="467629" cy="19242"/>
          </a:xfrm>
          <a:custGeom>
            <a:avLst/>
            <a:gdLst/>
            <a:ahLst/>
            <a:cxnLst/>
            <a:rect l="l" t="t" r="r" b="b"/>
            <a:pathLst>
              <a:path w="22717" h="702" extrusionOk="0">
                <a:moveTo>
                  <a:pt x="1" y="1"/>
                </a:moveTo>
                <a:lnTo>
                  <a:pt x="1" y="701"/>
                </a:lnTo>
                <a:lnTo>
                  <a:pt x="22717" y="701"/>
                </a:lnTo>
                <a:lnTo>
                  <a:pt x="227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3" name="Google Shape;2783;p34"/>
          <p:cNvSpPr/>
          <p:nvPr/>
        </p:nvSpPr>
        <p:spPr>
          <a:xfrm>
            <a:off x="4919902" y="2688911"/>
            <a:ext cx="85307" cy="23790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4" name="Google Shape;2784;p34"/>
          <p:cNvSpPr/>
          <p:nvPr/>
        </p:nvSpPr>
        <p:spPr>
          <a:xfrm>
            <a:off x="3780312" y="2055852"/>
            <a:ext cx="344774" cy="31149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5" name="Google Shape;2785;p34"/>
          <p:cNvSpPr/>
          <p:nvPr/>
        </p:nvSpPr>
        <p:spPr>
          <a:xfrm>
            <a:off x="4229040" y="2319749"/>
            <a:ext cx="148840" cy="28588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6" name="Google Shape;2786;p34"/>
          <p:cNvSpPr/>
          <p:nvPr/>
        </p:nvSpPr>
        <p:spPr>
          <a:xfrm>
            <a:off x="4623989" y="2565908"/>
            <a:ext cx="1093944" cy="17656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0" y="0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7" name="Google Shape;2787;p34"/>
          <p:cNvSpPr/>
          <p:nvPr/>
        </p:nvSpPr>
        <p:spPr>
          <a:xfrm rot="10800000" flipH="1">
            <a:off x="5441763" y="1356450"/>
            <a:ext cx="119024" cy="24524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8" name="Google Shape;2788;p34"/>
          <p:cNvSpPr/>
          <p:nvPr/>
        </p:nvSpPr>
        <p:spPr>
          <a:xfrm>
            <a:off x="4079914" y="1652507"/>
            <a:ext cx="110926" cy="17656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9" name="Google Shape;2789;p34"/>
          <p:cNvSpPr/>
          <p:nvPr/>
        </p:nvSpPr>
        <p:spPr>
          <a:xfrm rot="10800000" flipH="1">
            <a:off x="5734263" y="1819628"/>
            <a:ext cx="246038" cy="39613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0" name="Google Shape;2790;p34"/>
          <p:cNvSpPr/>
          <p:nvPr/>
        </p:nvSpPr>
        <p:spPr>
          <a:xfrm>
            <a:off x="4417628" y="1858617"/>
            <a:ext cx="181501" cy="29444"/>
          </a:xfrm>
          <a:custGeom>
            <a:avLst/>
            <a:gdLst/>
            <a:ahLst/>
            <a:cxnLst/>
            <a:rect l="l" t="t" r="r" b="b"/>
            <a:pathLst>
              <a:path w="7206" h="1169" extrusionOk="0">
                <a:moveTo>
                  <a:pt x="0" y="1"/>
                </a:moveTo>
                <a:lnTo>
                  <a:pt x="0" y="1168"/>
                </a:lnTo>
                <a:lnTo>
                  <a:pt x="7205" y="1168"/>
                </a:lnTo>
                <a:lnTo>
                  <a:pt x="720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1" name="Google Shape;2791;p34"/>
          <p:cNvSpPr/>
          <p:nvPr/>
        </p:nvSpPr>
        <p:spPr>
          <a:xfrm>
            <a:off x="3988100" y="1370026"/>
            <a:ext cx="901899" cy="17682"/>
          </a:xfrm>
          <a:custGeom>
            <a:avLst/>
            <a:gdLst/>
            <a:ahLst/>
            <a:cxnLst/>
            <a:rect l="l" t="t" r="r" b="b"/>
            <a:pathLst>
              <a:path w="43465" h="702" extrusionOk="0">
                <a:moveTo>
                  <a:pt x="0" y="1"/>
                </a:moveTo>
                <a:lnTo>
                  <a:pt x="0" y="701"/>
                </a:lnTo>
                <a:lnTo>
                  <a:pt x="43465" y="701"/>
                </a:lnTo>
                <a:lnTo>
                  <a:pt x="4346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2" name="Google Shape;2792;p34"/>
          <p:cNvSpPr/>
          <p:nvPr/>
        </p:nvSpPr>
        <p:spPr>
          <a:xfrm rot="10800000" flipH="1">
            <a:off x="3463863" y="1833902"/>
            <a:ext cx="167238" cy="28299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3" name="Google Shape;2793;p34"/>
          <p:cNvSpPr/>
          <p:nvPr/>
        </p:nvSpPr>
        <p:spPr>
          <a:xfrm>
            <a:off x="5200934" y="1233731"/>
            <a:ext cx="196561" cy="28591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4" name="Google Shape;2794;p34"/>
          <p:cNvSpPr/>
          <p:nvPr/>
        </p:nvSpPr>
        <p:spPr>
          <a:xfrm>
            <a:off x="4775745" y="2411409"/>
            <a:ext cx="197501" cy="47074"/>
          </a:xfrm>
          <a:custGeom>
            <a:avLst/>
            <a:gdLst/>
            <a:ahLst/>
            <a:cxnLst/>
            <a:rect l="l" t="t" r="r" b="b"/>
            <a:pathLst>
              <a:path w="4637" h="2970" extrusionOk="0">
                <a:moveTo>
                  <a:pt x="0" y="1"/>
                </a:moveTo>
                <a:lnTo>
                  <a:pt x="0" y="2969"/>
                </a:lnTo>
                <a:lnTo>
                  <a:pt x="4637" y="2969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5" name="Google Shape;2795;p34"/>
          <p:cNvSpPr/>
          <p:nvPr/>
        </p:nvSpPr>
        <p:spPr>
          <a:xfrm>
            <a:off x="4624008" y="1628404"/>
            <a:ext cx="102513" cy="29444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6" name="Google Shape;2796;p34"/>
          <p:cNvSpPr/>
          <p:nvPr/>
        </p:nvSpPr>
        <p:spPr>
          <a:xfrm>
            <a:off x="4955141" y="2870012"/>
            <a:ext cx="137501" cy="22052"/>
          </a:xfrm>
          <a:custGeom>
            <a:avLst/>
            <a:gdLst/>
            <a:ahLst/>
            <a:cxnLst/>
            <a:rect l="l" t="t" r="r" b="b"/>
            <a:pathLst>
              <a:path w="4371" h="701" extrusionOk="0">
                <a:moveTo>
                  <a:pt x="1" y="0"/>
                </a:moveTo>
                <a:lnTo>
                  <a:pt x="1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7" name="Google Shape;2797;p34"/>
          <p:cNvSpPr/>
          <p:nvPr/>
        </p:nvSpPr>
        <p:spPr>
          <a:xfrm>
            <a:off x="4585213" y="2850425"/>
            <a:ext cx="246048" cy="28602"/>
          </a:xfrm>
          <a:custGeom>
            <a:avLst/>
            <a:gdLst/>
            <a:ahLst/>
            <a:cxnLst/>
            <a:rect l="l" t="t" r="r" b="b"/>
            <a:pathLst>
              <a:path w="5105" h="1436" extrusionOk="0">
                <a:moveTo>
                  <a:pt x="1" y="1"/>
                </a:moveTo>
                <a:lnTo>
                  <a:pt x="1" y="1435"/>
                </a:lnTo>
                <a:lnTo>
                  <a:pt x="5104" y="1435"/>
                </a:lnTo>
                <a:lnTo>
                  <a:pt x="51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8" name="Google Shape;2798;p34"/>
          <p:cNvSpPr/>
          <p:nvPr/>
        </p:nvSpPr>
        <p:spPr>
          <a:xfrm>
            <a:off x="3215450" y="2417003"/>
            <a:ext cx="370620" cy="35352"/>
          </a:xfrm>
          <a:custGeom>
            <a:avLst/>
            <a:gdLst/>
            <a:ahLst/>
            <a:cxnLst/>
            <a:rect l="l" t="t" r="r" b="b"/>
            <a:pathLst>
              <a:path w="19248" h="1836" extrusionOk="0">
                <a:moveTo>
                  <a:pt x="1" y="1"/>
                </a:moveTo>
                <a:lnTo>
                  <a:pt x="1" y="1835"/>
                </a:lnTo>
                <a:lnTo>
                  <a:pt x="19248" y="1835"/>
                </a:lnTo>
                <a:lnTo>
                  <a:pt x="1924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34"/>
          <p:cNvSpPr/>
          <p:nvPr/>
        </p:nvSpPr>
        <p:spPr>
          <a:xfrm>
            <a:off x="5694550" y="2360910"/>
            <a:ext cx="148824" cy="25051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0" name="Google Shape;2800;p34"/>
          <p:cNvSpPr/>
          <p:nvPr/>
        </p:nvSpPr>
        <p:spPr>
          <a:xfrm>
            <a:off x="5261700" y="2729725"/>
            <a:ext cx="284402" cy="28599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1" name="Google Shape;2801;p34"/>
          <p:cNvSpPr/>
          <p:nvPr/>
        </p:nvSpPr>
        <p:spPr>
          <a:xfrm>
            <a:off x="4893187" y="1648365"/>
            <a:ext cx="138752" cy="21854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0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2" name="Google Shape;2802;p34"/>
          <p:cNvSpPr/>
          <p:nvPr/>
        </p:nvSpPr>
        <p:spPr>
          <a:xfrm>
            <a:off x="5071596" y="1351342"/>
            <a:ext cx="86725" cy="25070"/>
          </a:xfrm>
          <a:custGeom>
            <a:avLst/>
            <a:gdLst/>
            <a:ahLst/>
            <a:cxnLst/>
            <a:rect l="l" t="t" r="r" b="b"/>
            <a:pathLst>
              <a:path w="4504" h="1302" extrusionOk="0">
                <a:moveTo>
                  <a:pt x="0" y="1"/>
                </a:moveTo>
                <a:lnTo>
                  <a:pt x="0" y="1302"/>
                </a:lnTo>
                <a:lnTo>
                  <a:pt x="4503" y="1302"/>
                </a:lnTo>
                <a:lnTo>
                  <a:pt x="45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3" name="Google Shape;2803;p34"/>
          <p:cNvSpPr/>
          <p:nvPr/>
        </p:nvSpPr>
        <p:spPr>
          <a:xfrm>
            <a:off x="4089050" y="1234679"/>
            <a:ext cx="173430" cy="19248"/>
          </a:xfrm>
          <a:custGeom>
            <a:avLst/>
            <a:gdLst/>
            <a:ahLst/>
            <a:cxnLst/>
            <a:rect l="l" t="t" r="r" b="b"/>
            <a:pathLst>
              <a:path w="9007" h="2536" extrusionOk="0">
                <a:moveTo>
                  <a:pt x="0" y="0"/>
                </a:moveTo>
                <a:lnTo>
                  <a:pt x="0" y="2535"/>
                </a:lnTo>
                <a:lnTo>
                  <a:pt x="9006" y="2535"/>
                </a:lnTo>
                <a:lnTo>
                  <a:pt x="900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4" name="Google Shape;2804;p34"/>
          <p:cNvSpPr/>
          <p:nvPr/>
        </p:nvSpPr>
        <p:spPr>
          <a:xfrm>
            <a:off x="5189986" y="1731551"/>
            <a:ext cx="344774" cy="31151"/>
          </a:xfrm>
          <a:custGeom>
            <a:avLst/>
            <a:gdLst/>
            <a:ahLst/>
            <a:cxnLst/>
            <a:rect l="l" t="t" r="r" b="b"/>
            <a:pathLst>
              <a:path w="76489" h="701" extrusionOk="0">
                <a:moveTo>
                  <a:pt x="0" y="0"/>
                </a:moveTo>
                <a:lnTo>
                  <a:pt x="0" y="701"/>
                </a:lnTo>
                <a:lnTo>
                  <a:pt x="76488" y="701"/>
                </a:lnTo>
                <a:lnTo>
                  <a:pt x="7648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5" name="Google Shape;2805;p34"/>
          <p:cNvSpPr/>
          <p:nvPr/>
        </p:nvSpPr>
        <p:spPr>
          <a:xfrm>
            <a:off x="5058036" y="1947863"/>
            <a:ext cx="84144" cy="13517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6" name="Google Shape;2806;p34"/>
          <p:cNvSpPr/>
          <p:nvPr/>
        </p:nvSpPr>
        <p:spPr>
          <a:xfrm>
            <a:off x="3361577" y="2048237"/>
            <a:ext cx="78368" cy="21854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7" name="Google Shape;2807;p34"/>
          <p:cNvSpPr/>
          <p:nvPr/>
        </p:nvSpPr>
        <p:spPr>
          <a:xfrm>
            <a:off x="4220680" y="1736548"/>
            <a:ext cx="436780" cy="13517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0" y="1"/>
                </a:moveTo>
                <a:lnTo>
                  <a:pt x="0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8" name="Google Shape;2808;p34"/>
          <p:cNvSpPr/>
          <p:nvPr/>
        </p:nvSpPr>
        <p:spPr>
          <a:xfrm>
            <a:off x="3765258" y="2841855"/>
            <a:ext cx="79023" cy="21854"/>
          </a:xfrm>
          <a:custGeom>
            <a:avLst/>
            <a:gdLst/>
            <a:ahLst/>
            <a:cxnLst/>
            <a:rect l="l" t="t" r="r" b="b"/>
            <a:pathLst>
              <a:path w="4104" h="1135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9" name="Google Shape;2809;p34"/>
          <p:cNvSpPr txBox="1">
            <a:spLocks noGrp="1"/>
          </p:cNvSpPr>
          <p:nvPr>
            <p:ph type="title"/>
          </p:nvPr>
        </p:nvSpPr>
        <p:spPr>
          <a:xfrm>
            <a:off x="2156850" y="2752062"/>
            <a:ext cx="4830300" cy="17136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>
                <a:latin typeface="+mj-lt"/>
              </a:rPr>
              <a:t>Illustrative Example &amp; Intuitive App</a:t>
            </a:r>
            <a:r>
              <a:rPr lang="en-GB" dirty="0"/>
              <a:t>roach</a:t>
            </a:r>
            <a:br>
              <a:rPr lang="en-GB" dirty="0"/>
            </a:br>
            <a:endParaRPr dirty="0"/>
          </a:p>
        </p:txBody>
      </p:sp>
      <p:sp>
        <p:nvSpPr>
          <p:cNvPr id="2810" name="Google Shape;2810;p34"/>
          <p:cNvSpPr txBox="1">
            <a:spLocks noGrp="1"/>
          </p:cNvSpPr>
          <p:nvPr>
            <p:ph type="title" idx="2"/>
          </p:nvPr>
        </p:nvSpPr>
        <p:spPr>
          <a:xfrm>
            <a:off x="3586500" y="1537225"/>
            <a:ext cx="1971000" cy="10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02</a:t>
            </a:r>
            <a:endParaRPr dirty="0">
              <a:latin typeface="+mj-lt"/>
            </a:endParaRPr>
          </a:p>
        </p:txBody>
      </p:sp>
      <p:grpSp>
        <p:nvGrpSpPr>
          <p:cNvPr id="2811" name="Google Shape;2811;p34"/>
          <p:cNvGrpSpPr/>
          <p:nvPr/>
        </p:nvGrpSpPr>
        <p:grpSpPr>
          <a:xfrm>
            <a:off x="3521156" y="1456701"/>
            <a:ext cx="1844197" cy="1075857"/>
            <a:chOff x="3837610" y="1371489"/>
            <a:chExt cx="1655325" cy="965674"/>
          </a:xfrm>
        </p:grpSpPr>
        <p:sp>
          <p:nvSpPr>
            <p:cNvPr id="2812" name="Google Shape;2812;p34"/>
            <p:cNvSpPr/>
            <p:nvPr/>
          </p:nvSpPr>
          <p:spPr>
            <a:xfrm>
              <a:off x="4825169" y="2268967"/>
              <a:ext cx="212383" cy="68196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4"/>
            <p:cNvSpPr/>
            <p:nvPr/>
          </p:nvSpPr>
          <p:spPr>
            <a:xfrm rot="10800000" flipH="1">
              <a:off x="3837610" y="2034829"/>
              <a:ext cx="164000" cy="65325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0" y="1"/>
                  </a:moveTo>
                  <a:lnTo>
                    <a:pt x="0" y="701"/>
                  </a:lnTo>
                  <a:lnTo>
                    <a:pt x="4370" y="701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4"/>
            <p:cNvSpPr/>
            <p:nvPr/>
          </p:nvSpPr>
          <p:spPr>
            <a:xfrm>
              <a:off x="4831548" y="1371489"/>
              <a:ext cx="164000" cy="60025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1" y="1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4"/>
            <p:cNvSpPr/>
            <p:nvPr/>
          </p:nvSpPr>
          <p:spPr>
            <a:xfrm>
              <a:off x="4688015" y="2047885"/>
              <a:ext cx="164011" cy="4499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4"/>
            <p:cNvSpPr/>
            <p:nvPr/>
          </p:nvSpPr>
          <p:spPr>
            <a:xfrm>
              <a:off x="4196117" y="1507245"/>
              <a:ext cx="255276" cy="27960"/>
            </a:xfrm>
            <a:custGeom>
              <a:avLst/>
              <a:gdLst/>
              <a:ahLst/>
              <a:cxnLst/>
              <a:rect l="l" t="t" r="r" b="b"/>
              <a:pathLst>
                <a:path w="2803" h="1869" extrusionOk="0">
                  <a:moveTo>
                    <a:pt x="1" y="0"/>
                  </a:moveTo>
                  <a:lnTo>
                    <a:pt x="1" y="1868"/>
                  </a:lnTo>
                  <a:lnTo>
                    <a:pt x="2803" y="1868"/>
                  </a:lnTo>
                  <a:lnTo>
                    <a:pt x="2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4"/>
            <p:cNvSpPr/>
            <p:nvPr/>
          </p:nvSpPr>
          <p:spPr>
            <a:xfrm>
              <a:off x="5280581" y="1754019"/>
              <a:ext cx="212354" cy="38305"/>
            </a:xfrm>
            <a:custGeom>
              <a:avLst/>
              <a:gdLst/>
              <a:ahLst/>
              <a:cxnLst/>
              <a:rect l="l" t="t" r="r" b="b"/>
              <a:pathLst>
                <a:path w="19248" h="1869" extrusionOk="0">
                  <a:moveTo>
                    <a:pt x="0" y="1"/>
                  </a:moveTo>
                  <a:lnTo>
                    <a:pt x="0" y="1869"/>
                  </a:lnTo>
                  <a:lnTo>
                    <a:pt x="19248" y="1869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4"/>
            <p:cNvSpPr/>
            <p:nvPr/>
          </p:nvSpPr>
          <p:spPr>
            <a:xfrm>
              <a:off x="4812496" y="1529517"/>
              <a:ext cx="305450" cy="23825"/>
            </a:xfrm>
            <a:custGeom>
              <a:avLst/>
              <a:gdLst/>
              <a:ahLst/>
              <a:cxnLst/>
              <a:rect l="l" t="t" r="r" b="b"/>
              <a:pathLst>
                <a:path w="8141" h="635" extrusionOk="0">
                  <a:moveTo>
                    <a:pt x="1" y="0"/>
                  </a:moveTo>
                  <a:lnTo>
                    <a:pt x="1" y="634"/>
                  </a:lnTo>
                  <a:lnTo>
                    <a:pt x="8140" y="634"/>
                  </a:lnTo>
                  <a:lnTo>
                    <a:pt x="8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3357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32"/>
          <p:cNvSpPr txBox="1">
            <a:spLocks noGrp="1"/>
          </p:cNvSpPr>
          <p:nvPr>
            <p:ph type="title"/>
          </p:nvPr>
        </p:nvSpPr>
        <p:spPr>
          <a:xfrm>
            <a:off x="972900" y="347425"/>
            <a:ext cx="7198200" cy="5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+mj-lt"/>
              </a:rPr>
              <a:t>Illustrative Example</a:t>
            </a:r>
            <a:endParaRPr dirty="0">
              <a:latin typeface="+mj-lt"/>
            </a:endParaRPr>
          </a:p>
        </p:txBody>
      </p:sp>
      <p:sp>
        <p:nvSpPr>
          <p:cNvPr id="2717" name="Google Shape;2717;p32"/>
          <p:cNvSpPr txBox="1">
            <a:spLocks noGrp="1"/>
          </p:cNvSpPr>
          <p:nvPr>
            <p:ph type="body" idx="1"/>
          </p:nvPr>
        </p:nvSpPr>
        <p:spPr>
          <a:xfrm>
            <a:off x="602650" y="932425"/>
            <a:ext cx="7898700" cy="37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GB" sz="1800" dirty="0">
                <a:latin typeface="+mn-lt"/>
              </a:rPr>
              <a:t>Two suspects, Prisoner A and Prisoner B, are arrested for the same crime and questioned separately.</a:t>
            </a:r>
          </a:p>
          <a:p>
            <a:pPr marL="114300" indent="0">
              <a:buNone/>
            </a:pPr>
            <a:r>
              <a:rPr lang="en-GB" sz="1800" dirty="0">
                <a:latin typeface="+mn-lt"/>
              </a:rPr>
              <a:t>* Each prisoner has two choices:</a:t>
            </a:r>
          </a:p>
          <a:p>
            <a:pPr marL="114300" indent="0">
              <a:buNone/>
            </a:pPr>
            <a:r>
              <a:rPr lang="en-GB" sz="1800" dirty="0">
                <a:latin typeface="+mn-lt"/>
              </a:rPr>
              <a:t>* Remain Silent (Cooperate)</a:t>
            </a:r>
          </a:p>
          <a:p>
            <a:pPr marL="114300" indent="0">
              <a:buNone/>
            </a:pPr>
            <a:r>
              <a:rPr lang="en-GB" sz="1800" dirty="0">
                <a:latin typeface="+mn-lt"/>
              </a:rPr>
              <a:t>* Confess (Defect)</a:t>
            </a:r>
          </a:p>
          <a:p>
            <a:pPr marL="114300" indent="0">
              <a:buNone/>
            </a:pPr>
            <a:r>
              <a:rPr lang="en-GB" sz="1800" dirty="0">
                <a:latin typeface="+mn-lt"/>
              </a:rPr>
              <a:t>They are given the following options: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If both remain silent → each gets 1 year in prison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If one confesses and the other stays silent →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Confessor goes free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Silent prisoner gets 5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If both confess → each gets 3 years</a:t>
            </a:r>
          </a:p>
          <a:p>
            <a:pPr marL="114300" indent="0">
              <a:buNone/>
            </a:pPr>
            <a:r>
              <a:rPr lang="en-GB" sz="1800" dirty="0">
                <a:latin typeface="+mn-lt"/>
              </a:rPr>
              <a:t>They cannot communicate with each other.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098325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32"/>
          <p:cNvSpPr txBox="1">
            <a:spLocks noGrp="1"/>
          </p:cNvSpPr>
          <p:nvPr>
            <p:ph type="title"/>
          </p:nvPr>
        </p:nvSpPr>
        <p:spPr>
          <a:xfrm>
            <a:off x="972900" y="347425"/>
            <a:ext cx="7198200" cy="5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+mj-lt"/>
              </a:rPr>
              <a:t>Decision Outcome</a:t>
            </a:r>
            <a:endParaRPr dirty="0">
              <a:latin typeface="+mj-lt"/>
            </a:endParaRPr>
          </a:p>
        </p:txBody>
      </p:sp>
      <p:sp>
        <p:nvSpPr>
          <p:cNvPr id="2717" name="Google Shape;2717;p32"/>
          <p:cNvSpPr txBox="1">
            <a:spLocks noGrp="1"/>
          </p:cNvSpPr>
          <p:nvPr>
            <p:ph type="body" idx="1"/>
          </p:nvPr>
        </p:nvSpPr>
        <p:spPr>
          <a:xfrm>
            <a:off x="602650" y="932425"/>
            <a:ext cx="7898700" cy="37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GB" sz="1800" dirty="0">
                <a:latin typeface="+mn-lt"/>
              </a:rPr>
              <a:t>Even though staying silent together gives a better collective result, each prisoner fears being betrayed.</a:t>
            </a:r>
          </a:p>
          <a:p>
            <a:r>
              <a:rPr lang="en-GB" sz="1800" dirty="0">
                <a:latin typeface="+mn-lt"/>
              </a:rPr>
              <a:t> Rational choice for each prisoner: Confess</a:t>
            </a:r>
            <a:br>
              <a:rPr lang="en-GB" sz="1800" dirty="0">
                <a:latin typeface="+mn-lt"/>
              </a:rPr>
            </a:br>
            <a:r>
              <a:rPr lang="en-GB" sz="1800" dirty="0">
                <a:latin typeface="+mn-lt"/>
              </a:rPr>
              <a:t> Final outcome: Both confess and get 2 years each</a:t>
            </a:r>
          </a:p>
          <a:p>
            <a:r>
              <a:rPr lang="en-GB" sz="1800" dirty="0">
                <a:latin typeface="+mn-lt"/>
              </a:rPr>
              <a:t>What the Prisoner’s Dilemma Teaches Us</a:t>
            </a:r>
          </a:p>
          <a:p>
            <a:pPr marL="114300" indent="0">
              <a:buNone/>
            </a:pPr>
            <a:r>
              <a:rPr lang="en-GB" sz="1800" dirty="0">
                <a:latin typeface="+mn-lt"/>
              </a:rPr>
              <a:t>Individual rational decisions can lead to a worse collective outcome</a:t>
            </a:r>
          </a:p>
          <a:p>
            <a:pPr marL="114300" indent="0">
              <a:buNone/>
            </a:pPr>
            <a:r>
              <a:rPr lang="en-GB" sz="1800" dirty="0">
                <a:latin typeface="+mn-lt"/>
              </a:rPr>
              <a:t>Explains conflicts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Game Theory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AI decision-making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Nash Equilibrium (both confessing)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Problem-solving under uncertainty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Lack of trust and cooperation</a:t>
            </a:r>
          </a:p>
          <a:p>
            <a:pPr marL="114300" indent="0">
              <a:buNone/>
            </a:pPr>
            <a:endParaRPr lang="en-GB"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106891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32"/>
          <p:cNvSpPr txBox="1">
            <a:spLocks noGrp="1"/>
          </p:cNvSpPr>
          <p:nvPr>
            <p:ph type="title"/>
          </p:nvPr>
        </p:nvSpPr>
        <p:spPr>
          <a:xfrm>
            <a:off x="972900" y="347425"/>
            <a:ext cx="7198200" cy="5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313131"/>
                </a:solidFill>
                <a:effectLst/>
                <a:latin typeface="Arial" panose="020B0604020202020204" pitchFamily="34" charset="0"/>
              </a:rPr>
              <a:t>Intuitive (Non-Efficient) Solution</a:t>
            </a:r>
            <a:endParaRPr dirty="0"/>
          </a:p>
        </p:txBody>
      </p:sp>
      <p:sp>
        <p:nvSpPr>
          <p:cNvPr id="2717" name="Google Shape;2717;p32"/>
          <p:cNvSpPr txBox="1">
            <a:spLocks noGrp="1"/>
          </p:cNvSpPr>
          <p:nvPr>
            <p:ph type="body" idx="1"/>
          </p:nvPr>
        </p:nvSpPr>
        <p:spPr>
          <a:xfrm>
            <a:off x="602650" y="932425"/>
            <a:ext cx="7898700" cy="37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0" i="0" u="none" strike="noStrike" dirty="0">
                <a:solidFill>
                  <a:srgbClr val="313131"/>
                </a:solidFill>
                <a:effectLst/>
                <a:latin typeface="+mn-lt"/>
              </a:rPr>
              <a:t>An intuitive approach is trust-based cooperation:</a:t>
            </a:r>
            <a:br>
              <a:rPr lang="en-GB" sz="2400" dirty="0">
                <a:latin typeface="+mn-lt"/>
              </a:rPr>
            </a:br>
            <a:br>
              <a:rPr lang="en-GB" sz="2400" dirty="0">
                <a:latin typeface="+mn-lt"/>
              </a:rPr>
            </a:br>
            <a:r>
              <a:rPr lang="en-GB" sz="2400" b="0" i="0" u="none" strike="noStrike" dirty="0">
                <a:solidFill>
                  <a:srgbClr val="313131"/>
                </a:solidFill>
                <a:effectLst/>
                <a:latin typeface="+mn-lt"/>
              </a:rPr>
              <a:t>* Each prisoner assumes the other will cooperate</a:t>
            </a:r>
            <a:br>
              <a:rPr lang="en-GB" sz="2400" dirty="0">
                <a:latin typeface="+mn-lt"/>
              </a:rPr>
            </a:br>
            <a:r>
              <a:rPr lang="en-GB" sz="2400" b="0" i="0" u="none" strike="noStrike" dirty="0">
                <a:solidFill>
                  <a:srgbClr val="313131"/>
                </a:solidFill>
                <a:effectLst/>
                <a:latin typeface="+mn-lt"/>
              </a:rPr>
              <a:t>* Both remain silent to minimize total punishment</a:t>
            </a:r>
            <a:br>
              <a:rPr lang="en-GB" sz="2400" dirty="0">
                <a:latin typeface="+mn-lt"/>
              </a:rPr>
            </a:br>
            <a:r>
              <a:rPr lang="en-GB" sz="2400" b="0" i="0" u="none" strike="noStrike" dirty="0">
                <a:solidFill>
                  <a:srgbClr val="313131"/>
                </a:solidFill>
                <a:effectLst/>
                <a:latin typeface="+mn-lt"/>
              </a:rPr>
              <a:t>* This solution focuses on fairness and mutual benefit</a:t>
            </a:r>
            <a:br>
              <a:rPr lang="en-GB" sz="2400" dirty="0">
                <a:latin typeface="+mn-lt"/>
              </a:rPr>
            </a:br>
            <a:br>
              <a:rPr lang="en-GB" sz="2400" dirty="0">
                <a:latin typeface="+mn-lt"/>
              </a:rPr>
            </a:br>
            <a:r>
              <a:rPr lang="en-GB" sz="2400" b="0" i="0" u="none" strike="noStrike" dirty="0">
                <a:solidFill>
                  <a:srgbClr val="313131"/>
                </a:solidFill>
                <a:effectLst/>
                <a:latin typeface="+mn-lt"/>
              </a:rPr>
              <a:t>Problem:</a:t>
            </a:r>
            <a:br>
              <a:rPr lang="en-GB" sz="2400" dirty="0">
                <a:latin typeface="+mn-lt"/>
              </a:rPr>
            </a:br>
            <a:r>
              <a:rPr lang="en-GB" sz="2400" b="0" i="0" u="none" strike="noStrike" dirty="0">
                <a:solidFill>
                  <a:srgbClr val="313131"/>
                </a:solidFill>
                <a:effectLst/>
                <a:latin typeface="+mn-lt"/>
              </a:rPr>
              <a:t>This solution is unstable because each prisoner has an incentive to defect, making cooperation risky.</a:t>
            </a:r>
            <a:endParaRPr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882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34"/>
          <p:cNvSpPr/>
          <p:nvPr/>
        </p:nvSpPr>
        <p:spPr>
          <a:xfrm>
            <a:off x="4444764" y="1511588"/>
            <a:ext cx="1452398" cy="12901"/>
          </a:xfrm>
          <a:custGeom>
            <a:avLst/>
            <a:gdLst/>
            <a:ahLst/>
            <a:cxnLst/>
            <a:rect l="l" t="t" r="r" b="b"/>
            <a:pathLst>
              <a:path w="45734" h="3537" extrusionOk="0">
                <a:moveTo>
                  <a:pt x="1" y="1"/>
                </a:moveTo>
                <a:lnTo>
                  <a:pt x="1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8" name="Google Shape;2768;p34"/>
          <p:cNvSpPr/>
          <p:nvPr/>
        </p:nvSpPr>
        <p:spPr>
          <a:xfrm>
            <a:off x="3340203" y="1630216"/>
            <a:ext cx="467597" cy="1764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9" name="Google Shape;2769;p34"/>
          <p:cNvSpPr/>
          <p:nvPr/>
        </p:nvSpPr>
        <p:spPr>
          <a:xfrm>
            <a:off x="3844275" y="1841664"/>
            <a:ext cx="283981" cy="42675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0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0" name="Google Shape;2770;p34"/>
          <p:cNvSpPr/>
          <p:nvPr/>
        </p:nvSpPr>
        <p:spPr>
          <a:xfrm>
            <a:off x="3428955" y="2646838"/>
            <a:ext cx="852598" cy="26599"/>
          </a:xfrm>
          <a:custGeom>
            <a:avLst/>
            <a:gdLst/>
            <a:ahLst/>
            <a:cxnLst/>
            <a:rect l="l" t="t" r="r" b="b"/>
            <a:pathLst>
              <a:path w="144938" h="568" extrusionOk="0">
                <a:moveTo>
                  <a:pt x="0" y="0"/>
                </a:moveTo>
                <a:lnTo>
                  <a:pt x="0" y="568"/>
                </a:lnTo>
                <a:lnTo>
                  <a:pt x="144937" y="568"/>
                </a:lnTo>
                <a:lnTo>
                  <a:pt x="14493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1" name="Google Shape;2771;p34"/>
          <p:cNvSpPr/>
          <p:nvPr/>
        </p:nvSpPr>
        <p:spPr>
          <a:xfrm rot="10800000" flipH="1">
            <a:off x="3457725" y="2241424"/>
            <a:ext cx="694065" cy="21852"/>
          </a:xfrm>
          <a:custGeom>
            <a:avLst/>
            <a:gdLst/>
            <a:ahLst/>
            <a:cxnLst/>
            <a:rect l="l" t="t" r="r" b="b"/>
            <a:pathLst>
              <a:path w="20649" h="2603" extrusionOk="0">
                <a:moveTo>
                  <a:pt x="0" y="0"/>
                </a:moveTo>
                <a:lnTo>
                  <a:pt x="0" y="2602"/>
                </a:lnTo>
                <a:lnTo>
                  <a:pt x="20648" y="2602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2" name="Google Shape;2772;p34"/>
          <p:cNvSpPr/>
          <p:nvPr/>
        </p:nvSpPr>
        <p:spPr>
          <a:xfrm>
            <a:off x="4890036" y="2154369"/>
            <a:ext cx="1171728" cy="26599"/>
          </a:xfrm>
          <a:custGeom>
            <a:avLst/>
            <a:gdLst/>
            <a:ahLst/>
            <a:cxnLst/>
            <a:rect l="l" t="t" r="r" b="b"/>
            <a:pathLst>
              <a:path w="144971" h="568" extrusionOk="0">
                <a:moveTo>
                  <a:pt x="1" y="1"/>
                </a:moveTo>
                <a:lnTo>
                  <a:pt x="1" y="568"/>
                </a:lnTo>
                <a:lnTo>
                  <a:pt x="144971" y="568"/>
                </a:lnTo>
                <a:lnTo>
                  <a:pt x="1449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3" name="Google Shape;2773;p34"/>
          <p:cNvSpPr/>
          <p:nvPr/>
        </p:nvSpPr>
        <p:spPr>
          <a:xfrm>
            <a:off x="4137003" y="2487192"/>
            <a:ext cx="410070" cy="19242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4" y="701"/>
                </a:lnTo>
                <a:lnTo>
                  <a:pt x="226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4" name="Google Shape;2774;p34"/>
          <p:cNvSpPr/>
          <p:nvPr/>
        </p:nvSpPr>
        <p:spPr>
          <a:xfrm>
            <a:off x="3843944" y="2529645"/>
            <a:ext cx="126223" cy="35688"/>
          </a:xfrm>
          <a:custGeom>
            <a:avLst/>
            <a:gdLst/>
            <a:ahLst/>
            <a:cxnLst/>
            <a:rect l="l" t="t" r="r" b="b"/>
            <a:pathLst>
              <a:path w="4605" h="1302" extrusionOk="0">
                <a:moveTo>
                  <a:pt x="1" y="0"/>
                </a:moveTo>
                <a:lnTo>
                  <a:pt x="1" y="1301"/>
                </a:lnTo>
                <a:lnTo>
                  <a:pt x="4604" y="1301"/>
                </a:lnTo>
                <a:lnTo>
                  <a:pt x="46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5" name="Google Shape;2775;p34"/>
          <p:cNvSpPr/>
          <p:nvPr/>
        </p:nvSpPr>
        <p:spPr>
          <a:xfrm>
            <a:off x="4424161" y="2109655"/>
            <a:ext cx="253296" cy="40265"/>
          </a:xfrm>
          <a:custGeom>
            <a:avLst/>
            <a:gdLst/>
            <a:ahLst/>
            <a:cxnLst/>
            <a:rect l="l" t="t" r="r" b="b"/>
            <a:pathLst>
              <a:path w="9241" h="2570" extrusionOk="0">
                <a:moveTo>
                  <a:pt x="1" y="1"/>
                </a:moveTo>
                <a:lnTo>
                  <a:pt x="1" y="2569"/>
                </a:lnTo>
                <a:lnTo>
                  <a:pt x="9240" y="2569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34"/>
          <p:cNvSpPr/>
          <p:nvPr/>
        </p:nvSpPr>
        <p:spPr>
          <a:xfrm rot="10800000" flipH="1">
            <a:off x="4049118" y="2762179"/>
            <a:ext cx="253299" cy="21851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7" name="Google Shape;2777;p34"/>
          <p:cNvSpPr/>
          <p:nvPr/>
        </p:nvSpPr>
        <p:spPr>
          <a:xfrm>
            <a:off x="4676307" y="1951004"/>
            <a:ext cx="119782" cy="19214"/>
          </a:xfrm>
          <a:custGeom>
            <a:avLst/>
            <a:gdLst/>
            <a:ahLst/>
            <a:cxnLst/>
            <a:rect l="l" t="t" r="r" b="b"/>
            <a:pathLst>
              <a:path w="4370" h="701" extrusionOk="0">
                <a:moveTo>
                  <a:pt x="0" y="0"/>
                </a:moveTo>
                <a:lnTo>
                  <a:pt x="0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8" name="Google Shape;2778;p34"/>
          <p:cNvSpPr/>
          <p:nvPr/>
        </p:nvSpPr>
        <p:spPr>
          <a:xfrm>
            <a:off x="4450170" y="1219852"/>
            <a:ext cx="509526" cy="24524"/>
          </a:xfrm>
          <a:custGeom>
            <a:avLst/>
            <a:gdLst/>
            <a:ahLst/>
            <a:cxnLst/>
            <a:rect l="l" t="t" r="r" b="b"/>
            <a:pathLst>
              <a:path w="4405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9" name="Google Shape;2779;p34"/>
          <p:cNvSpPr/>
          <p:nvPr/>
        </p:nvSpPr>
        <p:spPr>
          <a:xfrm>
            <a:off x="3706007" y="1405302"/>
            <a:ext cx="197516" cy="31110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1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0" name="Google Shape;2780;p34"/>
          <p:cNvSpPr/>
          <p:nvPr/>
        </p:nvSpPr>
        <p:spPr>
          <a:xfrm rot="10800000" flipH="1">
            <a:off x="4965925" y="2295926"/>
            <a:ext cx="410079" cy="30348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1" y="0"/>
                </a:moveTo>
                <a:lnTo>
                  <a:pt x="1" y="2235"/>
                </a:lnTo>
                <a:lnTo>
                  <a:pt x="24752" y="2235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1" name="Google Shape;2781;p34"/>
          <p:cNvSpPr/>
          <p:nvPr/>
        </p:nvSpPr>
        <p:spPr>
          <a:xfrm rot="10800000" flipH="1">
            <a:off x="5608050" y="1611846"/>
            <a:ext cx="126226" cy="218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2" name="Google Shape;2782;p34"/>
          <p:cNvSpPr/>
          <p:nvPr/>
        </p:nvSpPr>
        <p:spPr>
          <a:xfrm>
            <a:off x="5261689" y="2037063"/>
            <a:ext cx="467629" cy="19242"/>
          </a:xfrm>
          <a:custGeom>
            <a:avLst/>
            <a:gdLst/>
            <a:ahLst/>
            <a:cxnLst/>
            <a:rect l="l" t="t" r="r" b="b"/>
            <a:pathLst>
              <a:path w="22717" h="702" extrusionOk="0">
                <a:moveTo>
                  <a:pt x="1" y="1"/>
                </a:moveTo>
                <a:lnTo>
                  <a:pt x="1" y="701"/>
                </a:lnTo>
                <a:lnTo>
                  <a:pt x="22717" y="701"/>
                </a:lnTo>
                <a:lnTo>
                  <a:pt x="227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3" name="Google Shape;2783;p34"/>
          <p:cNvSpPr/>
          <p:nvPr/>
        </p:nvSpPr>
        <p:spPr>
          <a:xfrm>
            <a:off x="4919902" y="2688911"/>
            <a:ext cx="85307" cy="23790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4" name="Google Shape;2784;p34"/>
          <p:cNvSpPr/>
          <p:nvPr/>
        </p:nvSpPr>
        <p:spPr>
          <a:xfrm>
            <a:off x="3780312" y="2055852"/>
            <a:ext cx="344774" cy="31149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5" name="Google Shape;2785;p34"/>
          <p:cNvSpPr/>
          <p:nvPr/>
        </p:nvSpPr>
        <p:spPr>
          <a:xfrm>
            <a:off x="4229040" y="2319749"/>
            <a:ext cx="148840" cy="28588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6" name="Google Shape;2786;p34"/>
          <p:cNvSpPr/>
          <p:nvPr/>
        </p:nvSpPr>
        <p:spPr>
          <a:xfrm>
            <a:off x="4623989" y="2565908"/>
            <a:ext cx="1093944" cy="17656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0" y="0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7" name="Google Shape;2787;p34"/>
          <p:cNvSpPr/>
          <p:nvPr/>
        </p:nvSpPr>
        <p:spPr>
          <a:xfrm rot="10800000" flipH="1">
            <a:off x="5441763" y="1356450"/>
            <a:ext cx="119024" cy="24524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8" name="Google Shape;2788;p34"/>
          <p:cNvSpPr/>
          <p:nvPr/>
        </p:nvSpPr>
        <p:spPr>
          <a:xfrm>
            <a:off x="4079914" y="1652507"/>
            <a:ext cx="110926" cy="17656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9" name="Google Shape;2789;p34"/>
          <p:cNvSpPr/>
          <p:nvPr/>
        </p:nvSpPr>
        <p:spPr>
          <a:xfrm rot="10800000" flipH="1">
            <a:off x="5734263" y="1819628"/>
            <a:ext cx="246038" cy="39613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0" name="Google Shape;2790;p34"/>
          <p:cNvSpPr/>
          <p:nvPr/>
        </p:nvSpPr>
        <p:spPr>
          <a:xfrm>
            <a:off x="4417628" y="1858617"/>
            <a:ext cx="181501" cy="29444"/>
          </a:xfrm>
          <a:custGeom>
            <a:avLst/>
            <a:gdLst/>
            <a:ahLst/>
            <a:cxnLst/>
            <a:rect l="l" t="t" r="r" b="b"/>
            <a:pathLst>
              <a:path w="7206" h="1169" extrusionOk="0">
                <a:moveTo>
                  <a:pt x="0" y="1"/>
                </a:moveTo>
                <a:lnTo>
                  <a:pt x="0" y="1168"/>
                </a:lnTo>
                <a:lnTo>
                  <a:pt x="7205" y="1168"/>
                </a:lnTo>
                <a:lnTo>
                  <a:pt x="720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1" name="Google Shape;2791;p34"/>
          <p:cNvSpPr/>
          <p:nvPr/>
        </p:nvSpPr>
        <p:spPr>
          <a:xfrm>
            <a:off x="3988100" y="1370026"/>
            <a:ext cx="901899" cy="17682"/>
          </a:xfrm>
          <a:custGeom>
            <a:avLst/>
            <a:gdLst/>
            <a:ahLst/>
            <a:cxnLst/>
            <a:rect l="l" t="t" r="r" b="b"/>
            <a:pathLst>
              <a:path w="43465" h="702" extrusionOk="0">
                <a:moveTo>
                  <a:pt x="0" y="1"/>
                </a:moveTo>
                <a:lnTo>
                  <a:pt x="0" y="701"/>
                </a:lnTo>
                <a:lnTo>
                  <a:pt x="43465" y="701"/>
                </a:lnTo>
                <a:lnTo>
                  <a:pt x="4346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2" name="Google Shape;2792;p34"/>
          <p:cNvSpPr/>
          <p:nvPr/>
        </p:nvSpPr>
        <p:spPr>
          <a:xfrm rot="10800000" flipH="1">
            <a:off x="3463863" y="1833902"/>
            <a:ext cx="167238" cy="28299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3" name="Google Shape;2793;p34"/>
          <p:cNvSpPr/>
          <p:nvPr/>
        </p:nvSpPr>
        <p:spPr>
          <a:xfrm>
            <a:off x="5200934" y="1233731"/>
            <a:ext cx="196561" cy="28591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4" name="Google Shape;2794;p34"/>
          <p:cNvSpPr/>
          <p:nvPr/>
        </p:nvSpPr>
        <p:spPr>
          <a:xfrm>
            <a:off x="4775745" y="2411409"/>
            <a:ext cx="197501" cy="47074"/>
          </a:xfrm>
          <a:custGeom>
            <a:avLst/>
            <a:gdLst/>
            <a:ahLst/>
            <a:cxnLst/>
            <a:rect l="l" t="t" r="r" b="b"/>
            <a:pathLst>
              <a:path w="4637" h="2970" extrusionOk="0">
                <a:moveTo>
                  <a:pt x="0" y="1"/>
                </a:moveTo>
                <a:lnTo>
                  <a:pt x="0" y="2969"/>
                </a:lnTo>
                <a:lnTo>
                  <a:pt x="4637" y="2969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5" name="Google Shape;2795;p34"/>
          <p:cNvSpPr/>
          <p:nvPr/>
        </p:nvSpPr>
        <p:spPr>
          <a:xfrm>
            <a:off x="4624008" y="1628404"/>
            <a:ext cx="102513" cy="29444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6" name="Google Shape;2796;p34"/>
          <p:cNvSpPr/>
          <p:nvPr/>
        </p:nvSpPr>
        <p:spPr>
          <a:xfrm>
            <a:off x="4955141" y="2870012"/>
            <a:ext cx="137501" cy="22052"/>
          </a:xfrm>
          <a:custGeom>
            <a:avLst/>
            <a:gdLst/>
            <a:ahLst/>
            <a:cxnLst/>
            <a:rect l="l" t="t" r="r" b="b"/>
            <a:pathLst>
              <a:path w="4371" h="701" extrusionOk="0">
                <a:moveTo>
                  <a:pt x="1" y="0"/>
                </a:moveTo>
                <a:lnTo>
                  <a:pt x="1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7" name="Google Shape;2797;p34"/>
          <p:cNvSpPr/>
          <p:nvPr/>
        </p:nvSpPr>
        <p:spPr>
          <a:xfrm>
            <a:off x="4585213" y="2850425"/>
            <a:ext cx="246048" cy="28602"/>
          </a:xfrm>
          <a:custGeom>
            <a:avLst/>
            <a:gdLst/>
            <a:ahLst/>
            <a:cxnLst/>
            <a:rect l="l" t="t" r="r" b="b"/>
            <a:pathLst>
              <a:path w="5105" h="1436" extrusionOk="0">
                <a:moveTo>
                  <a:pt x="1" y="1"/>
                </a:moveTo>
                <a:lnTo>
                  <a:pt x="1" y="1435"/>
                </a:lnTo>
                <a:lnTo>
                  <a:pt x="5104" y="1435"/>
                </a:lnTo>
                <a:lnTo>
                  <a:pt x="51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8" name="Google Shape;2798;p34"/>
          <p:cNvSpPr/>
          <p:nvPr/>
        </p:nvSpPr>
        <p:spPr>
          <a:xfrm>
            <a:off x="3215450" y="2417003"/>
            <a:ext cx="370620" cy="35352"/>
          </a:xfrm>
          <a:custGeom>
            <a:avLst/>
            <a:gdLst/>
            <a:ahLst/>
            <a:cxnLst/>
            <a:rect l="l" t="t" r="r" b="b"/>
            <a:pathLst>
              <a:path w="19248" h="1836" extrusionOk="0">
                <a:moveTo>
                  <a:pt x="1" y="1"/>
                </a:moveTo>
                <a:lnTo>
                  <a:pt x="1" y="1835"/>
                </a:lnTo>
                <a:lnTo>
                  <a:pt x="19248" y="1835"/>
                </a:lnTo>
                <a:lnTo>
                  <a:pt x="1924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34"/>
          <p:cNvSpPr/>
          <p:nvPr/>
        </p:nvSpPr>
        <p:spPr>
          <a:xfrm>
            <a:off x="5694550" y="2360910"/>
            <a:ext cx="148824" cy="25051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0" name="Google Shape;2800;p34"/>
          <p:cNvSpPr/>
          <p:nvPr/>
        </p:nvSpPr>
        <p:spPr>
          <a:xfrm>
            <a:off x="5261700" y="2729725"/>
            <a:ext cx="284402" cy="28599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1" name="Google Shape;2801;p34"/>
          <p:cNvSpPr/>
          <p:nvPr/>
        </p:nvSpPr>
        <p:spPr>
          <a:xfrm>
            <a:off x="4893187" y="1648365"/>
            <a:ext cx="138752" cy="21854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0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2" name="Google Shape;2802;p34"/>
          <p:cNvSpPr/>
          <p:nvPr/>
        </p:nvSpPr>
        <p:spPr>
          <a:xfrm>
            <a:off x="5071596" y="1351342"/>
            <a:ext cx="86725" cy="25070"/>
          </a:xfrm>
          <a:custGeom>
            <a:avLst/>
            <a:gdLst/>
            <a:ahLst/>
            <a:cxnLst/>
            <a:rect l="l" t="t" r="r" b="b"/>
            <a:pathLst>
              <a:path w="4504" h="1302" extrusionOk="0">
                <a:moveTo>
                  <a:pt x="0" y="1"/>
                </a:moveTo>
                <a:lnTo>
                  <a:pt x="0" y="1302"/>
                </a:lnTo>
                <a:lnTo>
                  <a:pt x="4503" y="1302"/>
                </a:lnTo>
                <a:lnTo>
                  <a:pt x="45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3" name="Google Shape;2803;p34"/>
          <p:cNvSpPr/>
          <p:nvPr/>
        </p:nvSpPr>
        <p:spPr>
          <a:xfrm>
            <a:off x="4089050" y="1234679"/>
            <a:ext cx="173430" cy="19248"/>
          </a:xfrm>
          <a:custGeom>
            <a:avLst/>
            <a:gdLst/>
            <a:ahLst/>
            <a:cxnLst/>
            <a:rect l="l" t="t" r="r" b="b"/>
            <a:pathLst>
              <a:path w="9007" h="2536" extrusionOk="0">
                <a:moveTo>
                  <a:pt x="0" y="0"/>
                </a:moveTo>
                <a:lnTo>
                  <a:pt x="0" y="2535"/>
                </a:lnTo>
                <a:lnTo>
                  <a:pt x="9006" y="2535"/>
                </a:lnTo>
                <a:lnTo>
                  <a:pt x="900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4" name="Google Shape;2804;p34"/>
          <p:cNvSpPr/>
          <p:nvPr/>
        </p:nvSpPr>
        <p:spPr>
          <a:xfrm>
            <a:off x="5189986" y="1731551"/>
            <a:ext cx="344774" cy="31151"/>
          </a:xfrm>
          <a:custGeom>
            <a:avLst/>
            <a:gdLst/>
            <a:ahLst/>
            <a:cxnLst/>
            <a:rect l="l" t="t" r="r" b="b"/>
            <a:pathLst>
              <a:path w="76489" h="701" extrusionOk="0">
                <a:moveTo>
                  <a:pt x="0" y="0"/>
                </a:moveTo>
                <a:lnTo>
                  <a:pt x="0" y="701"/>
                </a:lnTo>
                <a:lnTo>
                  <a:pt x="76488" y="701"/>
                </a:lnTo>
                <a:lnTo>
                  <a:pt x="7648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5" name="Google Shape;2805;p34"/>
          <p:cNvSpPr/>
          <p:nvPr/>
        </p:nvSpPr>
        <p:spPr>
          <a:xfrm>
            <a:off x="5058036" y="1947863"/>
            <a:ext cx="84144" cy="13517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6" name="Google Shape;2806;p34"/>
          <p:cNvSpPr/>
          <p:nvPr/>
        </p:nvSpPr>
        <p:spPr>
          <a:xfrm>
            <a:off x="3361577" y="2048237"/>
            <a:ext cx="78368" cy="21854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7" name="Google Shape;2807;p34"/>
          <p:cNvSpPr/>
          <p:nvPr/>
        </p:nvSpPr>
        <p:spPr>
          <a:xfrm>
            <a:off x="4220680" y="1736548"/>
            <a:ext cx="436780" cy="13517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0" y="1"/>
                </a:moveTo>
                <a:lnTo>
                  <a:pt x="0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8" name="Google Shape;2808;p34"/>
          <p:cNvSpPr/>
          <p:nvPr/>
        </p:nvSpPr>
        <p:spPr>
          <a:xfrm>
            <a:off x="3765258" y="2841855"/>
            <a:ext cx="79023" cy="21854"/>
          </a:xfrm>
          <a:custGeom>
            <a:avLst/>
            <a:gdLst/>
            <a:ahLst/>
            <a:cxnLst/>
            <a:rect l="l" t="t" r="r" b="b"/>
            <a:pathLst>
              <a:path w="4104" h="1135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9" name="Google Shape;2809;p34"/>
          <p:cNvSpPr txBox="1">
            <a:spLocks noGrp="1"/>
          </p:cNvSpPr>
          <p:nvPr>
            <p:ph type="title"/>
          </p:nvPr>
        </p:nvSpPr>
        <p:spPr>
          <a:xfrm>
            <a:off x="2156850" y="2752063"/>
            <a:ext cx="4830300" cy="15577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>
                <a:latin typeface="+mj-lt"/>
              </a:rPr>
              <a:t>Efficient Solution &amp; Complexity Analysis</a:t>
            </a:r>
            <a:br>
              <a:rPr lang="en-GB" dirty="0">
                <a:latin typeface="+mj-lt"/>
              </a:rPr>
            </a:br>
            <a:endParaRPr dirty="0">
              <a:latin typeface="+mj-lt"/>
            </a:endParaRPr>
          </a:p>
        </p:txBody>
      </p:sp>
      <p:sp>
        <p:nvSpPr>
          <p:cNvPr id="2810" name="Google Shape;2810;p34"/>
          <p:cNvSpPr txBox="1">
            <a:spLocks noGrp="1"/>
          </p:cNvSpPr>
          <p:nvPr>
            <p:ph type="title" idx="2"/>
          </p:nvPr>
        </p:nvSpPr>
        <p:spPr>
          <a:xfrm>
            <a:off x="3586500" y="1537225"/>
            <a:ext cx="1971000" cy="10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03</a:t>
            </a:r>
            <a:endParaRPr dirty="0">
              <a:latin typeface="+mj-lt"/>
            </a:endParaRPr>
          </a:p>
        </p:txBody>
      </p:sp>
      <p:grpSp>
        <p:nvGrpSpPr>
          <p:cNvPr id="2811" name="Google Shape;2811;p34"/>
          <p:cNvGrpSpPr/>
          <p:nvPr/>
        </p:nvGrpSpPr>
        <p:grpSpPr>
          <a:xfrm>
            <a:off x="3521156" y="1456701"/>
            <a:ext cx="1844197" cy="1075857"/>
            <a:chOff x="3837610" y="1371489"/>
            <a:chExt cx="1655325" cy="965674"/>
          </a:xfrm>
        </p:grpSpPr>
        <p:sp>
          <p:nvSpPr>
            <p:cNvPr id="2812" name="Google Shape;2812;p34"/>
            <p:cNvSpPr/>
            <p:nvPr/>
          </p:nvSpPr>
          <p:spPr>
            <a:xfrm>
              <a:off x="4825169" y="2268967"/>
              <a:ext cx="212383" cy="68196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4"/>
            <p:cNvSpPr/>
            <p:nvPr/>
          </p:nvSpPr>
          <p:spPr>
            <a:xfrm rot="10800000" flipH="1">
              <a:off x="3837610" y="2034829"/>
              <a:ext cx="164000" cy="65325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0" y="1"/>
                  </a:moveTo>
                  <a:lnTo>
                    <a:pt x="0" y="701"/>
                  </a:lnTo>
                  <a:lnTo>
                    <a:pt x="4370" y="701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4"/>
            <p:cNvSpPr/>
            <p:nvPr/>
          </p:nvSpPr>
          <p:spPr>
            <a:xfrm>
              <a:off x="4831548" y="1371489"/>
              <a:ext cx="164000" cy="60025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1" y="1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4"/>
            <p:cNvSpPr/>
            <p:nvPr/>
          </p:nvSpPr>
          <p:spPr>
            <a:xfrm>
              <a:off x="4688015" y="2047885"/>
              <a:ext cx="164011" cy="4499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4"/>
            <p:cNvSpPr/>
            <p:nvPr/>
          </p:nvSpPr>
          <p:spPr>
            <a:xfrm>
              <a:off x="4196117" y="1507245"/>
              <a:ext cx="255276" cy="27960"/>
            </a:xfrm>
            <a:custGeom>
              <a:avLst/>
              <a:gdLst/>
              <a:ahLst/>
              <a:cxnLst/>
              <a:rect l="l" t="t" r="r" b="b"/>
              <a:pathLst>
                <a:path w="2803" h="1869" extrusionOk="0">
                  <a:moveTo>
                    <a:pt x="1" y="0"/>
                  </a:moveTo>
                  <a:lnTo>
                    <a:pt x="1" y="1868"/>
                  </a:lnTo>
                  <a:lnTo>
                    <a:pt x="2803" y="1868"/>
                  </a:lnTo>
                  <a:lnTo>
                    <a:pt x="2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4"/>
            <p:cNvSpPr/>
            <p:nvPr/>
          </p:nvSpPr>
          <p:spPr>
            <a:xfrm>
              <a:off x="5280581" y="1754019"/>
              <a:ext cx="212354" cy="38305"/>
            </a:xfrm>
            <a:custGeom>
              <a:avLst/>
              <a:gdLst/>
              <a:ahLst/>
              <a:cxnLst/>
              <a:rect l="l" t="t" r="r" b="b"/>
              <a:pathLst>
                <a:path w="19248" h="1869" extrusionOk="0">
                  <a:moveTo>
                    <a:pt x="0" y="1"/>
                  </a:moveTo>
                  <a:lnTo>
                    <a:pt x="0" y="1869"/>
                  </a:lnTo>
                  <a:lnTo>
                    <a:pt x="19248" y="1869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4"/>
            <p:cNvSpPr/>
            <p:nvPr/>
          </p:nvSpPr>
          <p:spPr>
            <a:xfrm>
              <a:off x="4812496" y="1529517"/>
              <a:ext cx="305450" cy="23825"/>
            </a:xfrm>
            <a:custGeom>
              <a:avLst/>
              <a:gdLst/>
              <a:ahLst/>
              <a:cxnLst/>
              <a:rect l="l" t="t" r="r" b="b"/>
              <a:pathLst>
                <a:path w="8141" h="635" extrusionOk="0">
                  <a:moveTo>
                    <a:pt x="1" y="0"/>
                  </a:moveTo>
                  <a:lnTo>
                    <a:pt x="1" y="634"/>
                  </a:lnTo>
                  <a:lnTo>
                    <a:pt x="8140" y="634"/>
                  </a:lnTo>
                  <a:lnTo>
                    <a:pt x="8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05637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32"/>
          <p:cNvSpPr txBox="1">
            <a:spLocks noGrp="1"/>
          </p:cNvSpPr>
          <p:nvPr>
            <p:ph type="title"/>
          </p:nvPr>
        </p:nvSpPr>
        <p:spPr>
          <a:xfrm>
            <a:off x="972900" y="347425"/>
            <a:ext cx="7198200" cy="5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313131"/>
                </a:solidFill>
                <a:effectLst/>
                <a:latin typeface="+mj-lt"/>
              </a:rPr>
              <a:t>More Efficient Solution (Game Theory View)</a:t>
            </a:r>
            <a:endParaRPr dirty="0">
              <a:latin typeface="+mj-lt"/>
            </a:endParaRPr>
          </a:p>
        </p:txBody>
      </p:sp>
      <p:sp>
        <p:nvSpPr>
          <p:cNvPr id="2717" name="Google Shape;2717;p32"/>
          <p:cNvSpPr txBox="1">
            <a:spLocks noGrp="1"/>
          </p:cNvSpPr>
          <p:nvPr>
            <p:ph type="body" idx="1"/>
          </p:nvPr>
        </p:nvSpPr>
        <p:spPr>
          <a:xfrm>
            <a:off x="602650" y="932425"/>
            <a:ext cx="7898700" cy="37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The more efficient and rational solution is defection.</a:t>
            </a:r>
            <a:br>
              <a:rPr lang="en-GB" sz="2000" dirty="0">
                <a:latin typeface="+mn-lt"/>
              </a:rPr>
            </a:b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* Defection is a dominant strategy</a:t>
            </a: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* Regardless of what the other prisoner does, defecting gives a better or equal outcome</a:t>
            </a: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* This leads to the Nash Equilibrium, where no player can improve their outcome by changing their strategy alone</a:t>
            </a:r>
            <a:br>
              <a:rPr lang="en-GB" sz="2000" dirty="0">
                <a:latin typeface="+mn-lt"/>
              </a:rPr>
            </a:b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Result:</a:t>
            </a: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Both prisoners defect, even though it is not the optimal collective outcome.</a:t>
            </a:r>
            <a:endParaRPr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417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32"/>
          <p:cNvSpPr txBox="1">
            <a:spLocks noGrp="1"/>
          </p:cNvSpPr>
          <p:nvPr>
            <p:ph type="title"/>
          </p:nvPr>
        </p:nvSpPr>
        <p:spPr>
          <a:xfrm>
            <a:off x="972900" y="347425"/>
            <a:ext cx="7198200" cy="5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313131"/>
                </a:solidFill>
                <a:effectLst/>
                <a:latin typeface="+mj-lt"/>
              </a:rPr>
              <a:t>Time &amp; Space Complexity + Trade-offs</a:t>
            </a:r>
            <a:endParaRPr dirty="0">
              <a:latin typeface="+mj-lt"/>
            </a:endParaRPr>
          </a:p>
        </p:txBody>
      </p:sp>
      <p:sp>
        <p:nvSpPr>
          <p:cNvPr id="2717" name="Google Shape;2717;p32"/>
          <p:cNvSpPr txBox="1">
            <a:spLocks noGrp="1"/>
          </p:cNvSpPr>
          <p:nvPr>
            <p:ph type="body" idx="1"/>
          </p:nvPr>
        </p:nvSpPr>
        <p:spPr>
          <a:xfrm>
            <a:off x="602650" y="932425"/>
            <a:ext cx="7898700" cy="37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From a computational perspective:</a:t>
            </a:r>
            <a:br>
              <a:rPr lang="en-GB" sz="2000" dirty="0">
                <a:latin typeface="+mn-lt"/>
              </a:rPr>
            </a:br>
            <a:br>
              <a:rPr lang="en-GB" sz="2000" dirty="0">
                <a:latin typeface="+mn-lt"/>
              </a:rPr>
            </a:br>
            <a:r>
              <a:rPr lang="en-GB" sz="2000" dirty="0">
                <a:latin typeface="+mn-lt"/>
              </a:rPr>
              <a:t>* </a:t>
            </a: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Time Complexity: O(1)</a:t>
            </a: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(Only two players and a fixed number of choices)</a:t>
            </a: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* Space Complexity: O(1)</a:t>
            </a: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(Outcomes stored in a small payoff matrix)</a:t>
            </a:r>
            <a:br>
              <a:rPr lang="en-GB" sz="2000" dirty="0">
                <a:latin typeface="+mn-lt"/>
              </a:rPr>
            </a:b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Trade-offs:</a:t>
            </a:r>
            <a:br>
              <a:rPr lang="en-GB" sz="2000" dirty="0">
                <a:latin typeface="+mn-lt"/>
              </a:rPr>
            </a:b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* Rational strategy ensures individual safety</a:t>
            </a: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* Leads to a worse collective outcome</a:t>
            </a:r>
            <a:br>
              <a:rPr lang="en-GB" sz="2000" dirty="0">
                <a:latin typeface="+mn-lt"/>
              </a:rPr>
            </a:br>
            <a:r>
              <a:rPr lang="en-GB" sz="2000" b="0" i="0" u="none" strike="noStrike" dirty="0">
                <a:solidFill>
                  <a:srgbClr val="313131"/>
                </a:solidFill>
                <a:effectLst/>
                <a:latin typeface="+mn-lt"/>
              </a:rPr>
              <a:t>* Highlights inefficiency caused by lack of trust and communication</a:t>
            </a:r>
            <a:endParaRPr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9449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34"/>
          <p:cNvSpPr/>
          <p:nvPr/>
        </p:nvSpPr>
        <p:spPr>
          <a:xfrm>
            <a:off x="4444764" y="1511588"/>
            <a:ext cx="1452398" cy="12901"/>
          </a:xfrm>
          <a:custGeom>
            <a:avLst/>
            <a:gdLst/>
            <a:ahLst/>
            <a:cxnLst/>
            <a:rect l="l" t="t" r="r" b="b"/>
            <a:pathLst>
              <a:path w="45734" h="3537" extrusionOk="0">
                <a:moveTo>
                  <a:pt x="1" y="1"/>
                </a:moveTo>
                <a:lnTo>
                  <a:pt x="1" y="3537"/>
                </a:lnTo>
                <a:lnTo>
                  <a:pt x="45733" y="3537"/>
                </a:lnTo>
                <a:lnTo>
                  <a:pt x="457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8" name="Google Shape;2768;p34"/>
          <p:cNvSpPr/>
          <p:nvPr/>
        </p:nvSpPr>
        <p:spPr>
          <a:xfrm>
            <a:off x="3340203" y="1630216"/>
            <a:ext cx="467597" cy="17649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9" name="Google Shape;2769;p34"/>
          <p:cNvSpPr/>
          <p:nvPr/>
        </p:nvSpPr>
        <p:spPr>
          <a:xfrm>
            <a:off x="3844275" y="1841664"/>
            <a:ext cx="283981" cy="42675"/>
          </a:xfrm>
          <a:custGeom>
            <a:avLst/>
            <a:gdLst/>
            <a:ahLst/>
            <a:cxnLst/>
            <a:rect l="l" t="t" r="r" b="b"/>
            <a:pathLst>
              <a:path w="16446" h="2036" extrusionOk="0">
                <a:moveTo>
                  <a:pt x="0" y="0"/>
                </a:moveTo>
                <a:lnTo>
                  <a:pt x="0" y="2035"/>
                </a:lnTo>
                <a:lnTo>
                  <a:pt x="16445" y="2035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0" name="Google Shape;2770;p34"/>
          <p:cNvSpPr/>
          <p:nvPr/>
        </p:nvSpPr>
        <p:spPr>
          <a:xfrm>
            <a:off x="3428955" y="2646838"/>
            <a:ext cx="852598" cy="26599"/>
          </a:xfrm>
          <a:custGeom>
            <a:avLst/>
            <a:gdLst/>
            <a:ahLst/>
            <a:cxnLst/>
            <a:rect l="l" t="t" r="r" b="b"/>
            <a:pathLst>
              <a:path w="144938" h="568" extrusionOk="0">
                <a:moveTo>
                  <a:pt x="0" y="0"/>
                </a:moveTo>
                <a:lnTo>
                  <a:pt x="0" y="568"/>
                </a:lnTo>
                <a:lnTo>
                  <a:pt x="144937" y="568"/>
                </a:lnTo>
                <a:lnTo>
                  <a:pt x="14493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1" name="Google Shape;2771;p34"/>
          <p:cNvSpPr/>
          <p:nvPr/>
        </p:nvSpPr>
        <p:spPr>
          <a:xfrm rot="10800000" flipH="1">
            <a:off x="3457725" y="2241424"/>
            <a:ext cx="694065" cy="21852"/>
          </a:xfrm>
          <a:custGeom>
            <a:avLst/>
            <a:gdLst/>
            <a:ahLst/>
            <a:cxnLst/>
            <a:rect l="l" t="t" r="r" b="b"/>
            <a:pathLst>
              <a:path w="20649" h="2603" extrusionOk="0">
                <a:moveTo>
                  <a:pt x="0" y="0"/>
                </a:moveTo>
                <a:lnTo>
                  <a:pt x="0" y="2602"/>
                </a:lnTo>
                <a:lnTo>
                  <a:pt x="20648" y="2602"/>
                </a:lnTo>
                <a:lnTo>
                  <a:pt x="206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2" name="Google Shape;2772;p34"/>
          <p:cNvSpPr/>
          <p:nvPr/>
        </p:nvSpPr>
        <p:spPr>
          <a:xfrm>
            <a:off x="4890036" y="2154369"/>
            <a:ext cx="1171728" cy="26599"/>
          </a:xfrm>
          <a:custGeom>
            <a:avLst/>
            <a:gdLst/>
            <a:ahLst/>
            <a:cxnLst/>
            <a:rect l="l" t="t" r="r" b="b"/>
            <a:pathLst>
              <a:path w="144971" h="568" extrusionOk="0">
                <a:moveTo>
                  <a:pt x="1" y="1"/>
                </a:moveTo>
                <a:lnTo>
                  <a:pt x="1" y="568"/>
                </a:lnTo>
                <a:lnTo>
                  <a:pt x="144971" y="568"/>
                </a:lnTo>
                <a:lnTo>
                  <a:pt x="1449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3" name="Google Shape;2773;p34"/>
          <p:cNvSpPr/>
          <p:nvPr/>
        </p:nvSpPr>
        <p:spPr>
          <a:xfrm>
            <a:off x="4137003" y="2487192"/>
            <a:ext cx="410070" cy="19242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4" y="701"/>
                </a:lnTo>
                <a:lnTo>
                  <a:pt x="226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4" name="Google Shape;2774;p34"/>
          <p:cNvSpPr/>
          <p:nvPr/>
        </p:nvSpPr>
        <p:spPr>
          <a:xfrm>
            <a:off x="3843944" y="2529645"/>
            <a:ext cx="126223" cy="35688"/>
          </a:xfrm>
          <a:custGeom>
            <a:avLst/>
            <a:gdLst/>
            <a:ahLst/>
            <a:cxnLst/>
            <a:rect l="l" t="t" r="r" b="b"/>
            <a:pathLst>
              <a:path w="4605" h="1302" extrusionOk="0">
                <a:moveTo>
                  <a:pt x="1" y="0"/>
                </a:moveTo>
                <a:lnTo>
                  <a:pt x="1" y="1301"/>
                </a:lnTo>
                <a:lnTo>
                  <a:pt x="4604" y="1301"/>
                </a:lnTo>
                <a:lnTo>
                  <a:pt x="46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5" name="Google Shape;2775;p34"/>
          <p:cNvSpPr/>
          <p:nvPr/>
        </p:nvSpPr>
        <p:spPr>
          <a:xfrm>
            <a:off x="4424161" y="2109655"/>
            <a:ext cx="253296" cy="40265"/>
          </a:xfrm>
          <a:custGeom>
            <a:avLst/>
            <a:gdLst/>
            <a:ahLst/>
            <a:cxnLst/>
            <a:rect l="l" t="t" r="r" b="b"/>
            <a:pathLst>
              <a:path w="9241" h="2570" extrusionOk="0">
                <a:moveTo>
                  <a:pt x="1" y="1"/>
                </a:moveTo>
                <a:lnTo>
                  <a:pt x="1" y="2569"/>
                </a:lnTo>
                <a:lnTo>
                  <a:pt x="9240" y="2569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34"/>
          <p:cNvSpPr/>
          <p:nvPr/>
        </p:nvSpPr>
        <p:spPr>
          <a:xfrm rot="10800000" flipH="1">
            <a:off x="4049118" y="2762179"/>
            <a:ext cx="253299" cy="21851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7" name="Google Shape;2777;p34"/>
          <p:cNvSpPr/>
          <p:nvPr/>
        </p:nvSpPr>
        <p:spPr>
          <a:xfrm>
            <a:off x="4676307" y="1951004"/>
            <a:ext cx="119782" cy="19214"/>
          </a:xfrm>
          <a:custGeom>
            <a:avLst/>
            <a:gdLst/>
            <a:ahLst/>
            <a:cxnLst/>
            <a:rect l="l" t="t" r="r" b="b"/>
            <a:pathLst>
              <a:path w="4370" h="701" extrusionOk="0">
                <a:moveTo>
                  <a:pt x="0" y="0"/>
                </a:moveTo>
                <a:lnTo>
                  <a:pt x="0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8" name="Google Shape;2778;p34"/>
          <p:cNvSpPr/>
          <p:nvPr/>
        </p:nvSpPr>
        <p:spPr>
          <a:xfrm>
            <a:off x="4450170" y="1219852"/>
            <a:ext cx="509526" cy="24524"/>
          </a:xfrm>
          <a:custGeom>
            <a:avLst/>
            <a:gdLst/>
            <a:ahLst/>
            <a:cxnLst/>
            <a:rect l="l" t="t" r="r" b="b"/>
            <a:pathLst>
              <a:path w="4405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9" name="Google Shape;2779;p34"/>
          <p:cNvSpPr/>
          <p:nvPr/>
        </p:nvSpPr>
        <p:spPr>
          <a:xfrm>
            <a:off x="3706007" y="1405302"/>
            <a:ext cx="197516" cy="31110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1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0" name="Google Shape;2780;p34"/>
          <p:cNvSpPr/>
          <p:nvPr/>
        </p:nvSpPr>
        <p:spPr>
          <a:xfrm rot="10800000" flipH="1">
            <a:off x="4965925" y="2295926"/>
            <a:ext cx="410079" cy="30348"/>
          </a:xfrm>
          <a:custGeom>
            <a:avLst/>
            <a:gdLst/>
            <a:ahLst/>
            <a:cxnLst/>
            <a:rect l="l" t="t" r="r" b="b"/>
            <a:pathLst>
              <a:path w="24752" h="2236" extrusionOk="0">
                <a:moveTo>
                  <a:pt x="1" y="0"/>
                </a:moveTo>
                <a:lnTo>
                  <a:pt x="1" y="2235"/>
                </a:lnTo>
                <a:lnTo>
                  <a:pt x="24752" y="2235"/>
                </a:lnTo>
                <a:lnTo>
                  <a:pt x="247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1" name="Google Shape;2781;p34"/>
          <p:cNvSpPr/>
          <p:nvPr/>
        </p:nvSpPr>
        <p:spPr>
          <a:xfrm rot="10800000" flipH="1">
            <a:off x="5608050" y="1611846"/>
            <a:ext cx="126226" cy="2185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0" y="1"/>
                </a:moveTo>
                <a:lnTo>
                  <a:pt x="0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2" name="Google Shape;2782;p34"/>
          <p:cNvSpPr/>
          <p:nvPr/>
        </p:nvSpPr>
        <p:spPr>
          <a:xfrm>
            <a:off x="5261689" y="2037063"/>
            <a:ext cx="467629" cy="19242"/>
          </a:xfrm>
          <a:custGeom>
            <a:avLst/>
            <a:gdLst/>
            <a:ahLst/>
            <a:cxnLst/>
            <a:rect l="l" t="t" r="r" b="b"/>
            <a:pathLst>
              <a:path w="22717" h="702" extrusionOk="0">
                <a:moveTo>
                  <a:pt x="1" y="1"/>
                </a:moveTo>
                <a:lnTo>
                  <a:pt x="1" y="701"/>
                </a:lnTo>
                <a:lnTo>
                  <a:pt x="22717" y="701"/>
                </a:lnTo>
                <a:lnTo>
                  <a:pt x="227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3" name="Google Shape;2783;p34"/>
          <p:cNvSpPr/>
          <p:nvPr/>
        </p:nvSpPr>
        <p:spPr>
          <a:xfrm>
            <a:off x="4919902" y="2688911"/>
            <a:ext cx="85307" cy="23790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4" name="Google Shape;2784;p34"/>
          <p:cNvSpPr/>
          <p:nvPr/>
        </p:nvSpPr>
        <p:spPr>
          <a:xfrm>
            <a:off x="3780312" y="2055852"/>
            <a:ext cx="344774" cy="31149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5" name="Google Shape;2785;p34"/>
          <p:cNvSpPr/>
          <p:nvPr/>
        </p:nvSpPr>
        <p:spPr>
          <a:xfrm>
            <a:off x="4229040" y="2319749"/>
            <a:ext cx="148840" cy="28588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6" name="Google Shape;2786;p34"/>
          <p:cNvSpPr/>
          <p:nvPr/>
        </p:nvSpPr>
        <p:spPr>
          <a:xfrm>
            <a:off x="4623989" y="2565908"/>
            <a:ext cx="1093944" cy="17656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0" y="0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7" name="Google Shape;2787;p34"/>
          <p:cNvSpPr/>
          <p:nvPr/>
        </p:nvSpPr>
        <p:spPr>
          <a:xfrm rot="10800000" flipH="1">
            <a:off x="5441763" y="1356450"/>
            <a:ext cx="119024" cy="24524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8" name="Google Shape;2788;p34"/>
          <p:cNvSpPr/>
          <p:nvPr/>
        </p:nvSpPr>
        <p:spPr>
          <a:xfrm>
            <a:off x="4079914" y="1652507"/>
            <a:ext cx="110926" cy="17656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0" y="0"/>
                </a:moveTo>
                <a:lnTo>
                  <a:pt x="0" y="701"/>
                </a:lnTo>
                <a:lnTo>
                  <a:pt x="4403" y="70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9" name="Google Shape;2789;p34"/>
          <p:cNvSpPr/>
          <p:nvPr/>
        </p:nvSpPr>
        <p:spPr>
          <a:xfrm rot="10800000" flipH="1">
            <a:off x="5734263" y="1819628"/>
            <a:ext cx="246038" cy="39613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0" name="Google Shape;2790;p34"/>
          <p:cNvSpPr/>
          <p:nvPr/>
        </p:nvSpPr>
        <p:spPr>
          <a:xfrm>
            <a:off x="4417628" y="1858617"/>
            <a:ext cx="181501" cy="29444"/>
          </a:xfrm>
          <a:custGeom>
            <a:avLst/>
            <a:gdLst/>
            <a:ahLst/>
            <a:cxnLst/>
            <a:rect l="l" t="t" r="r" b="b"/>
            <a:pathLst>
              <a:path w="7206" h="1169" extrusionOk="0">
                <a:moveTo>
                  <a:pt x="0" y="1"/>
                </a:moveTo>
                <a:lnTo>
                  <a:pt x="0" y="1168"/>
                </a:lnTo>
                <a:lnTo>
                  <a:pt x="7205" y="1168"/>
                </a:lnTo>
                <a:lnTo>
                  <a:pt x="720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1" name="Google Shape;2791;p34"/>
          <p:cNvSpPr/>
          <p:nvPr/>
        </p:nvSpPr>
        <p:spPr>
          <a:xfrm>
            <a:off x="3988100" y="1370026"/>
            <a:ext cx="901899" cy="17682"/>
          </a:xfrm>
          <a:custGeom>
            <a:avLst/>
            <a:gdLst/>
            <a:ahLst/>
            <a:cxnLst/>
            <a:rect l="l" t="t" r="r" b="b"/>
            <a:pathLst>
              <a:path w="43465" h="702" extrusionOk="0">
                <a:moveTo>
                  <a:pt x="0" y="1"/>
                </a:moveTo>
                <a:lnTo>
                  <a:pt x="0" y="701"/>
                </a:lnTo>
                <a:lnTo>
                  <a:pt x="43465" y="701"/>
                </a:lnTo>
                <a:lnTo>
                  <a:pt x="4346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2" name="Google Shape;2792;p34"/>
          <p:cNvSpPr/>
          <p:nvPr/>
        </p:nvSpPr>
        <p:spPr>
          <a:xfrm rot="10800000" flipH="1">
            <a:off x="3463863" y="1833902"/>
            <a:ext cx="167238" cy="28299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3" name="Google Shape;2793;p34"/>
          <p:cNvSpPr/>
          <p:nvPr/>
        </p:nvSpPr>
        <p:spPr>
          <a:xfrm>
            <a:off x="5200934" y="1233731"/>
            <a:ext cx="196561" cy="28591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4" name="Google Shape;2794;p34"/>
          <p:cNvSpPr/>
          <p:nvPr/>
        </p:nvSpPr>
        <p:spPr>
          <a:xfrm>
            <a:off x="4775745" y="2411409"/>
            <a:ext cx="197501" cy="47074"/>
          </a:xfrm>
          <a:custGeom>
            <a:avLst/>
            <a:gdLst/>
            <a:ahLst/>
            <a:cxnLst/>
            <a:rect l="l" t="t" r="r" b="b"/>
            <a:pathLst>
              <a:path w="4637" h="2970" extrusionOk="0">
                <a:moveTo>
                  <a:pt x="0" y="1"/>
                </a:moveTo>
                <a:lnTo>
                  <a:pt x="0" y="2969"/>
                </a:lnTo>
                <a:lnTo>
                  <a:pt x="4637" y="2969"/>
                </a:lnTo>
                <a:lnTo>
                  <a:pt x="4637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5" name="Google Shape;2795;p34"/>
          <p:cNvSpPr/>
          <p:nvPr/>
        </p:nvSpPr>
        <p:spPr>
          <a:xfrm>
            <a:off x="4624008" y="1628404"/>
            <a:ext cx="102513" cy="29444"/>
          </a:xfrm>
          <a:custGeom>
            <a:avLst/>
            <a:gdLst/>
            <a:ahLst/>
            <a:cxnLst/>
            <a:rect l="l" t="t" r="r" b="b"/>
            <a:pathLst>
              <a:path w="4070" h="1169" extrusionOk="0">
                <a:moveTo>
                  <a:pt x="0" y="1"/>
                </a:moveTo>
                <a:lnTo>
                  <a:pt x="0" y="1168"/>
                </a:lnTo>
                <a:lnTo>
                  <a:pt x="4070" y="1168"/>
                </a:lnTo>
                <a:lnTo>
                  <a:pt x="4070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6" name="Google Shape;2796;p34"/>
          <p:cNvSpPr/>
          <p:nvPr/>
        </p:nvSpPr>
        <p:spPr>
          <a:xfrm>
            <a:off x="4955141" y="2870012"/>
            <a:ext cx="137501" cy="22052"/>
          </a:xfrm>
          <a:custGeom>
            <a:avLst/>
            <a:gdLst/>
            <a:ahLst/>
            <a:cxnLst/>
            <a:rect l="l" t="t" r="r" b="b"/>
            <a:pathLst>
              <a:path w="4371" h="701" extrusionOk="0">
                <a:moveTo>
                  <a:pt x="1" y="0"/>
                </a:moveTo>
                <a:lnTo>
                  <a:pt x="1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7" name="Google Shape;2797;p34"/>
          <p:cNvSpPr/>
          <p:nvPr/>
        </p:nvSpPr>
        <p:spPr>
          <a:xfrm>
            <a:off x="4585213" y="2850425"/>
            <a:ext cx="246048" cy="28602"/>
          </a:xfrm>
          <a:custGeom>
            <a:avLst/>
            <a:gdLst/>
            <a:ahLst/>
            <a:cxnLst/>
            <a:rect l="l" t="t" r="r" b="b"/>
            <a:pathLst>
              <a:path w="5105" h="1436" extrusionOk="0">
                <a:moveTo>
                  <a:pt x="1" y="1"/>
                </a:moveTo>
                <a:lnTo>
                  <a:pt x="1" y="1435"/>
                </a:lnTo>
                <a:lnTo>
                  <a:pt x="5104" y="1435"/>
                </a:lnTo>
                <a:lnTo>
                  <a:pt x="51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8" name="Google Shape;2798;p34"/>
          <p:cNvSpPr/>
          <p:nvPr/>
        </p:nvSpPr>
        <p:spPr>
          <a:xfrm>
            <a:off x="3215450" y="2417003"/>
            <a:ext cx="370620" cy="35352"/>
          </a:xfrm>
          <a:custGeom>
            <a:avLst/>
            <a:gdLst/>
            <a:ahLst/>
            <a:cxnLst/>
            <a:rect l="l" t="t" r="r" b="b"/>
            <a:pathLst>
              <a:path w="19248" h="1836" extrusionOk="0">
                <a:moveTo>
                  <a:pt x="1" y="1"/>
                </a:moveTo>
                <a:lnTo>
                  <a:pt x="1" y="1835"/>
                </a:lnTo>
                <a:lnTo>
                  <a:pt x="19248" y="1835"/>
                </a:lnTo>
                <a:lnTo>
                  <a:pt x="1924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34"/>
          <p:cNvSpPr/>
          <p:nvPr/>
        </p:nvSpPr>
        <p:spPr>
          <a:xfrm>
            <a:off x="5694550" y="2360910"/>
            <a:ext cx="148824" cy="25051"/>
          </a:xfrm>
          <a:custGeom>
            <a:avLst/>
            <a:gdLst/>
            <a:ahLst/>
            <a:cxnLst/>
            <a:rect l="l" t="t" r="r" b="b"/>
            <a:pathLst>
              <a:path w="2470" h="702" extrusionOk="0">
                <a:moveTo>
                  <a:pt x="1" y="1"/>
                </a:moveTo>
                <a:lnTo>
                  <a:pt x="1" y="701"/>
                </a:lnTo>
                <a:lnTo>
                  <a:pt x="2469" y="701"/>
                </a:lnTo>
                <a:lnTo>
                  <a:pt x="246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0" name="Google Shape;2800;p34"/>
          <p:cNvSpPr/>
          <p:nvPr/>
        </p:nvSpPr>
        <p:spPr>
          <a:xfrm>
            <a:off x="5261700" y="2729725"/>
            <a:ext cx="284402" cy="28599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1" name="Google Shape;2801;p34"/>
          <p:cNvSpPr/>
          <p:nvPr/>
        </p:nvSpPr>
        <p:spPr>
          <a:xfrm>
            <a:off x="4893187" y="1648365"/>
            <a:ext cx="138752" cy="21854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0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2" name="Google Shape;2802;p34"/>
          <p:cNvSpPr/>
          <p:nvPr/>
        </p:nvSpPr>
        <p:spPr>
          <a:xfrm>
            <a:off x="5071596" y="1351342"/>
            <a:ext cx="86725" cy="25070"/>
          </a:xfrm>
          <a:custGeom>
            <a:avLst/>
            <a:gdLst/>
            <a:ahLst/>
            <a:cxnLst/>
            <a:rect l="l" t="t" r="r" b="b"/>
            <a:pathLst>
              <a:path w="4504" h="1302" extrusionOk="0">
                <a:moveTo>
                  <a:pt x="0" y="1"/>
                </a:moveTo>
                <a:lnTo>
                  <a:pt x="0" y="1302"/>
                </a:lnTo>
                <a:lnTo>
                  <a:pt x="4503" y="1302"/>
                </a:lnTo>
                <a:lnTo>
                  <a:pt x="45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3" name="Google Shape;2803;p34"/>
          <p:cNvSpPr/>
          <p:nvPr/>
        </p:nvSpPr>
        <p:spPr>
          <a:xfrm>
            <a:off x="4089050" y="1234679"/>
            <a:ext cx="173430" cy="19248"/>
          </a:xfrm>
          <a:custGeom>
            <a:avLst/>
            <a:gdLst/>
            <a:ahLst/>
            <a:cxnLst/>
            <a:rect l="l" t="t" r="r" b="b"/>
            <a:pathLst>
              <a:path w="9007" h="2536" extrusionOk="0">
                <a:moveTo>
                  <a:pt x="0" y="0"/>
                </a:moveTo>
                <a:lnTo>
                  <a:pt x="0" y="2535"/>
                </a:lnTo>
                <a:lnTo>
                  <a:pt x="9006" y="2535"/>
                </a:lnTo>
                <a:lnTo>
                  <a:pt x="900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4" name="Google Shape;2804;p34"/>
          <p:cNvSpPr/>
          <p:nvPr/>
        </p:nvSpPr>
        <p:spPr>
          <a:xfrm>
            <a:off x="5189986" y="1731551"/>
            <a:ext cx="344774" cy="31151"/>
          </a:xfrm>
          <a:custGeom>
            <a:avLst/>
            <a:gdLst/>
            <a:ahLst/>
            <a:cxnLst/>
            <a:rect l="l" t="t" r="r" b="b"/>
            <a:pathLst>
              <a:path w="76489" h="701" extrusionOk="0">
                <a:moveTo>
                  <a:pt x="0" y="0"/>
                </a:moveTo>
                <a:lnTo>
                  <a:pt x="0" y="701"/>
                </a:lnTo>
                <a:lnTo>
                  <a:pt x="76488" y="701"/>
                </a:lnTo>
                <a:lnTo>
                  <a:pt x="7648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5" name="Google Shape;2805;p34"/>
          <p:cNvSpPr/>
          <p:nvPr/>
        </p:nvSpPr>
        <p:spPr>
          <a:xfrm>
            <a:off x="5058036" y="1947863"/>
            <a:ext cx="84144" cy="13517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6" name="Google Shape;2806;p34"/>
          <p:cNvSpPr/>
          <p:nvPr/>
        </p:nvSpPr>
        <p:spPr>
          <a:xfrm>
            <a:off x="3361577" y="2048237"/>
            <a:ext cx="78368" cy="21854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7" name="Google Shape;2807;p34"/>
          <p:cNvSpPr/>
          <p:nvPr/>
        </p:nvSpPr>
        <p:spPr>
          <a:xfrm>
            <a:off x="4220680" y="1736548"/>
            <a:ext cx="436780" cy="13517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0" y="1"/>
                </a:moveTo>
                <a:lnTo>
                  <a:pt x="0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8" name="Google Shape;2808;p34"/>
          <p:cNvSpPr/>
          <p:nvPr/>
        </p:nvSpPr>
        <p:spPr>
          <a:xfrm>
            <a:off x="3765258" y="2841855"/>
            <a:ext cx="79023" cy="21854"/>
          </a:xfrm>
          <a:custGeom>
            <a:avLst/>
            <a:gdLst/>
            <a:ahLst/>
            <a:cxnLst/>
            <a:rect l="l" t="t" r="r" b="b"/>
            <a:pathLst>
              <a:path w="4104" h="1135" extrusionOk="0">
                <a:moveTo>
                  <a:pt x="1" y="1"/>
                </a:moveTo>
                <a:lnTo>
                  <a:pt x="1" y="1135"/>
                </a:lnTo>
                <a:lnTo>
                  <a:pt x="4104" y="1135"/>
                </a:lnTo>
                <a:lnTo>
                  <a:pt x="41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9" name="Google Shape;2809;p34"/>
          <p:cNvSpPr txBox="1">
            <a:spLocks noGrp="1"/>
          </p:cNvSpPr>
          <p:nvPr>
            <p:ph type="title"/>
          </p:nvPr>
        </p:nvSpPr>
        <p:spPr>
          <a:xfrm>
            <a:off x="2156850" y="2752063"/>
            <a:ext cx="4830300" cy="16853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>
                <a:latin typeface="+mn-lt"/>
              </a:rPr>
              <a:t>Conclusions &amp; Real-world Applications </a:t>
            </a:r>
            <a:br>
              <a:rPr lang="en-GB" dirty="0">
                <a:latin typeface="+mn-lt"/>
              </a:rPr>
            </a:br>
            <a:endParaRPr dirty="0">
              <a:latin typeface="+mn-lt"/>
            </a:endParaRPr>
          </a:p>
        </p:txBody>
      </p:sp>
      <p:sp>
        <p:nvSpPr>
          <p:cNvPr id="2810" name="Google Shape;2810;p34"/>
          <p:cNvSpPr txBox="1">
            <a:spLocks noGrp="1"/>
          </p:cNvSpPr>
          <p:nvPr>
            <p:ph type="title" idx="2"/>
          </p:nvPr>
        </p:nvSpPr>
        <p:spPr>
          <a:xfrm>
            <a:off x="3586500" y="1537225"/>
            <a:ext cx="1971000" cy="10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04</a:t>
            </a:r>
            <a:endParaRPr dirty="0">
              <a:latin typeface="+mj-lt"/>
            </a:endParaRPr>
          </a:p>
        </p:txBody>
      </p:sp>
      <p:grpSp>
        <p:nvGrpSpPr>
          <p:cNvPr id="2811" name="Google Shape;2811;p34"/>
          <p:cNvGrpSpPr/>
          <p:nvPr/>
        </p:nvGrpSpPr>
        <p:grpSpPr>
          <a:xfrm>
            <a:off x="3521156" y="1456701"/>
            <a:ext cx="1844197" cy="1075857"/>
            <a:chOff x="3837610" y="1371489"/>
            <a:chExt cx="1655325" cy="965674"/>
          </a:xfrm>
        </p:grpSpPr>
        <p:sp>
          <p:nvSpPr>
            <p:cNvPr id="2812" name="Google Shape;2812;p34"/>
            <p:cNvSpPr/>
            <p:nvPr/>
          </p:nvSpPr>
          <p:spPr>
            <a:xfrm>
              <a:off x="4825169" y="2268967"/>
              <a:ext cx="212383" cy="68196"/>
            </a:xfrm>
            <a:custGeom>
              <a:avLst/>
              <a:gdLst/>
              <a:ahLst/>
              <a:cxnLst/>
              <a:rect l="l" t="t" r="r" b="b"/>
              <a:pathLst>
                <a:path w="144971" h="568" extrusionOk="0">
                  <a:moveTo>
                    <a:pt x="1" y="1"/>
                  </a:moveTo>
                  <a:lnTo>
                    <a:pt x="1" y="568"/>
                  </a:lnTo>
                  <a:lnTo>
                    <a:pt x="144971" y="568"/>
                  </a:lnTo>
                  <a:lnTo>
                    <a:pt x="144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4"/>
            <p:cNvSpPr/>
            <p:nvPr/>
          </p:nvSpPr>
          <p:spPr>
            <a:xfrm rot="10800000" flipH="1">
              <a:off x="3837610" y="2034829"/>
              <a:ext cx="164000" cy="65325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0" y="1"/>
                  </a:moveTo>
                  <a:lnTo>
                    <a:pt x="0" y="701"/>
                  </a:lnTo>
                  <a:lnTo>
                    <a:pt x="4370" y="701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4"/>
            <p:cNvSpPr/>
            <p:nvPr/>
          </p:nvSpPr>
          <p:spPr>
            <a:xfrm>
              <a:off x="4831548" y="1371489"/>
              <a:ext cx="164000" cy="60025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1" y="1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4"/>
            <p:cNvSpPr/>
            <p:nvPr/>
          </p:nvSpPr>
          <p:spPr>
            <a:xfrm>
              <a:off x="4688015" y="2047885"/>
              <a:ext cx="164011" cy="44992"/>
            </a:xfrm>
            <a:custGeom>
              <a:avLst/>
              <a:gdLst/>
              <a:ahLst/>
              <a:cxnLst/>
              <a:rect l="l" t="t" r="r" b="b"/>
              <a:pathLst>
                <a:path w="4371" h="701" extrusionOk="0">
                  <a:moveTo>
                    <a:pt x="1" y="0"/>
                  </a:moveTo>
                  <a:lnTo>
                    <a:pt x="1" y="701"/>
                  </a:lnTo>
                  <a:lnTo>
                    <a:pt x="4371" y="701"/>
                  </a:lnTo>
                  <a:lnTo>
                    <a:pt x="4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4"/>
            <p:cNvSpPr/>
            <p:nvPr/>
          </p:nvSpPr>
          <p:spPr>
            <a:xfrm>
              <a:off x="4196117" y="1507245"/>
              <a:ext cx="255276" cy="27960"/>
            </a:xfrm>
            <a:custGeom>
              <a:avLst/>
              <a:gdLst/>
              <a:ahLst/>
              <a:cxnLst/>
              <a:rect l="l" t="t" r="r" b="b"/>
              <a:pathLst>
                <a:path w="2803" h="1869" extrusionOk="0">
                  <a:moveTo>
                    <a:pt x="1" y="0"/>
                  </a:moveTo>
                  <a:lnTo>
                    <a:pt x="1" y="1868"/>
                  </a:lnTo>
                  <a:lnTo>
                    <a:pt x="2803" y="1868"/>
                  </a:lnTo>
                  <a:lnTo>
                    <a:pt x="2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4"/>
            <p:cNvSpPr/>
            <p:nvPr/>
          </p:nvSpPr>
          <p:spPr>
            <a:xfrm>
              <a:off x="5280581" y="1754019"/>
              <a:ext cx="212354" cy="38305"/>
            </a:xfrm>
            <a:custGeom>
              <a:avLst/>
              <a:gdLst/>
              <a:ahLst/>
              <a:cxnLst/>
              <a:rect l="l" t="t" r="r" b="b"/>
              <a:pathLst>
                <a:path w="19248" h="1869" extrusionOk="0">
                  <a:moveTo>
                    <a:pt x="0" y="1"/>
                  </a:moveTo>
                  <a:lnTo>
                    <a:pt x="0" y="1869"/>
                  </a:lnTo>
                  <a:lnTo>
                    <a:pt x="19248" y="1869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4"/>
            <p:cNvSpPr/>
            <p:nvPr/>
          </p:nvSpPr>
          <p:spPr>
            <a:xfrm>
              <a:off x="4812496" y="1529517"/>
              <a:ext cx="305450" cy="23825"/>
            </a:xfrm>
            <a:custGeom>
              <a:avLst/>
              <a:gdLst/>
              <a:ahLst/>
              <a:cxnLst/>
              <a:rect l="l" t="t" r="r" b="b"/>
              <a:pathLst>
                <a:path w="8141" h="635" extrusionOk="0">
                  <a:moveTo>
                    <a:pt x="1" y="0"/>
                  </a:moveTo>
                  <a:lnTo>
                    <a:pt x="1" y="634"/>
                  </a:lnTo>
                  <a:lnTo>
                    <a:pt x="8140" y="634"/>
                  </a:lnTo>
                  <a:lnTo>
                    <a:pt x="8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59507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32"/>
          <p:cNvSpPr txBox="1">
            <a:spLocks noGrp="1"/>
          </p:cNvSpPr>
          <p:nvPr>
            <p:ph type="title"/>
          </p:nvPr>
        </p:nvSpPr>
        <p:spPr>
          <a:xfrm>
            <a:off x="972900" y="347425"/>
            <a:ext cx="7198200" cy="5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313131"/>
                </a:solidFill>
                <a:effectLst/>
                <a:latin typeface="+mj-lt"/>
              </a:rPr>
              <a:t>Conclusion &amp; Real-Life Applications</a:t>
            </a:r>
            <a:endParaRPr dirty="0">
              <a:latin typeface="+mj-lt"/>
            </a:endParaRPr>
          </a:p>
        </p:txBody>
      </p:sp>
      <p:sp>
        <p:nvSpPr>
          <p:cNvPr id="2717" name="Google Shape;2717;p32"/>
          <p:cNvSpPr txBox="1">
            <a:spLocks noGrp="1"/>
          </p:cNvSpPr>
          <p:nvPr>
            <p:ph type="body" idx="1"/>
          </p:nvPr>
        </p:nvSpPr>
        <p:spPr>
          <a:xfrm>
            <a:off x="602650" y="932425"/>
            <a:ext cx="7898700" cy="37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Conclusion:</a:t>
            </a:r>
            <a:br>
              <a:rPr lang="en-GB" sz="1800" dirty="0">
                <a:latin typeface="+mn-lt"/>
              </a:rPr>
            </a:b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The Prisoner’s Dilemma shows that rational decision-making does not always lead to the best overall result.</a:t>
            </a:r>
            <a:br>
              <a:rPr lang="en-GB" sz="1800" dirty="0">
                <a:latin typeface="+mn-lt"/>
              </a:rPr>
            </a:br>
            <a:br>
              <a:rPr lang="en-GB" sz="1800" dirty="0">
                <a:latin typeface="+mn-lt"/>
              </a:rPr>
            </a:b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Real-Life Applications:</a:t>
            </a:r>
            <a:br>
              <a:rPr lang="en-GB" sz="1800" dirty="0">
                <a:latin typeface="+mn-lt"/>
              </a:rPr>
            </a:br>
            <a:br>
              <a:rPr lang="en-GB" sz="1800" dirty="0">
                <a:latin typeface="+mn-lt"/>
              </a:rPr>
            </a:b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* Artificial Intelligence (multi-agent systems)</a:t>
            </a:r>
            <a:br>
              <a:rPr lang="en-GB" sz="1800" dirty="0">
                <a:latin typeface="+mn-lt"/>
              </a:rPr>
            </a:b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* Economics and market competition</a:t>
            </a:r>
            <a:br>
              <a:rPr lang="en-GB" sz="1800" dirty="0">
                <a:latin typeface="+mn-lt"/>
              </a:rPr>
            </a:b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* Cybersecurity (trust vs breach)</a:t>
            </a:r>
            <a:br>
              <a:rPr lang="en-GB" sz="1800" dirty="0">
                <a:latin typeface="+mn-lt"/>
              </a:rPr>
            </a:b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* Environmental issues (climate agreements)</a:t>
            </a:r>
            <a:br>
              <a:rPr lang="en-GB" sz="1800" dirty="0">
                <a:latin typeface="+mn-lt"/>
              </a:rPr>
            </a:b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* Social cooperation and ethics</a:t>
            </a:r>
            <a:br>
              <a:rPr lang="en-GB" sz="1800" dirty="0">
                <a:latin typeface="+mn-lt"/>
              </a:rPr>
            </a:br>
            <a:br>
              <a:rPr lang="en-GB" sz="1800" dirty="0">
                <a:latin typeface="+mn-lt"/>
              </a:rPr>
            </a:br>
            <a:r>
              <a:rPr lang="en-GB" sz="1800" b="0" i="0" u="none" strike="noStrike" dirty="0">
                <a:solidFill>
                  <a:srgbClr val="313131"/>
                </a:solidFill>
                <a:effectLst/>
                <a:latin typeface="+mn-lt"/>
              </a:rPr>
              <a:t>It helps us understand why cooperation is difficult and why systems need rules or incentives to encourage it.</a:t>
            </a:r>
            <a:endParaRPr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3282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Google Shape;3031;p39"/>
          <p:cNvSpPr/>
          <p:nvPr/>
        </p:nvSpPr>
        <p:spPr>
          <a:xfrm>
            <a:off x="2883975" y="1722938"/>
            <a:ext cx="251025" cy="31725"/>
          </a:xfrm>
          <a:custGeom>
            <a:avLst/>
            <a:gdLst/>
            <a:ahLst/>
            <a:cxnLst/>
            <a:rect l="l" t="t" r="r" b="b"/>
            <a:pathLst>
              <a:path w="10041" h="1269" extrusionOk="0">
                <a:moveTo>
                  <a:pt x="0" y="1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2" name="Google Shape;3032;p39"/>
          <p:cNvSpPr/>
          <p:nvPr/>
        </p:nvSpPr>
        <p:spPr>
          <a:xfrm>
            <a:off x="3993275" y="1719088"/>
            <a:ext cx="250200" cy="30875"/>
          </a:xfrm>
          <a:custGeom>
            <a:avLst/>
            <a:gdLst/>
            <a:ahLst/>
            <a:cxnLst/>
            <a:rect l="l" t="t" r="r" b="b"/>
            <a:pathLst>
              <a:path w="10008" h="1235" extrusionOk="0">
                <a:moveTo>
                  <a:pt x="0" y="0"/>
                </a:moveTo>
                <a:lnTo>
                  <a:pt x="0" y="1234"/>
                </a:lnTo>
                <a:lnTo>
                  <a:pt x="10007" y="1234"/>
                </a:lnTo>
                <a:lnTo>
                  <a:pt x="1000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3" name="Google Shape;3033;p39"/>
          <p:cNvSpPr/>
          <p:nvPr/>
        </p:nvSpPr>
        <p:spPr>
          <a:xfrm>
            <a:off x="2387300" y="1861625"/>
            <a:ext cx="251025" cy="31700"/>
          </a:xfrm>
          <a:custGeom>
            <a:avLst/>
            <a:gdLst/>
            <a:ahLst/>
            <a:cxnLst/>
            <a:rect l="l" t="t" r="r" b="b"/>
            <a:pathLst>
              <a:path w="10041" h="1268" extrusionOk="0">
                <a:moveTo>
                  <a:pt x="0" y="0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4" name="Google Shape;3034;p39"/>
          <p:cNvSpPr/>
          <p:nvPr/>
        </p:nvSpPr>
        <p:spPr>
          <a:xfrm>
            <a:off x="3335125" y="1837743"/>
            <a:ext cx="411150" cy="22899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0" y="0"/>
                </a:moveTo>
                <a:lnTo>
                  <a:pt x="0" y="2069"/>
                </a:lnTo>
                <a:lnTo>
                  <a:pt x="16445" y="2069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5" name="Google Shape;3035;p39"/>
          <p:cNvSpPr/>
          <p:nvPr/>
        </p:nvSpPr>
        <p:spPr>
          <a:xfrm>
            <a:off x="2059375" y="2251238"/>
            <a:ext cx="251025" cy="30875"/>
          </a:xfrm>
          <a:custGeom>
            <a:avLst/>
            <a:gdLst/>
            <a:ahLst/>
            <a:cxnLst/>
            <a:rect l="l" t="t" r="r" b="b"/>
            <a:pathLst>
              <a:path w="10041" h="1235" extrusionOk="0">
                <a:moveTo>
                  <a:pt x="0" y="0"/>
                </a:moveTo>
                <a:lnTo>
                  <a:pt x="0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6" name="Google Shape;3036;p39"/>
          <p:cNvSpPr/>
          <p:nvPr/>
        </p:nvSpPr>
        <p:spPr>
          <a:xfrm>
            <a:off x="2201837" y="3071300"/>
            <a:ext cx="1791434" cy="30875"/>
          </a:xfrm>
          <a:custGeom>
            <a:avLst/>
            <a:gdLst/>
            <a:ahLst/>
            <a:cxnLst/>
            <a:rect l="l" t="t" r="r" b="b"/>
            <a:pathLst>
              <a:path w="144938" h="568" extrusionOk="0">
                <a:moveTo>
                  <a:pt x="0" y="0"/>
                </a:moveTo>
                <a:lnTo>
                  <a:pt x="0" y="568"/>
                </a:lnTo>
                <a:lnTo>
                  <a:pt x="144937" y="568"/>
                </a:lnTo>
                <a:lnTo>
                  <a:pt x="14493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7" name="Google Shape;3037;p39"/>
          <p:cNvSpPr/>
          <p:nvPr/>
        </p:nvSpPr>
        <p:spPr>
          <a:xfrm>
            <a:off x="5147850" y="1734737"/>
            <a:ext cx="516225" cy="22950"/>
          </a:xfrm>
          <a:custGeom>
            <a:avLst/>
            <a:gdLst/>
            <a:ahLst/>
            <a:cxnLst/>
            <a:rect l="l" t="t" r="r" b="b"/>
            <a:pathLst>
              <a:path w="20649" h="2570" extrusionOk="0">
                <a:moveTo>
                  <a:pt x="0" y="1"/>
                </a:moveTo>
                <a:lnTo>
                  <a:pt x="0" y="2569"/>
                </a:lnTo>
                <a:lnTo>
                  <a:pt x="20648" y="2569"/>
                </a:lnTo>
                <a:lnTo>
                  <a:pt x="206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8" name="Google Shape;3038;p39"/>
          <p:cNvSpPr/>
          <p:nvPr/>
        </p:nvSpPr>
        <p:spPr>
          <a:xfrm>
            <a:off x="6089512" y="2260713"/>
            <a:ext cx="250225" cy="30875"/>
          </a:xfrm>
          <a:custGeom>
            <a:avLst/>
            <a:gdLst/>
            <a:ahLst/>
            <a:cxnLst/>
            <a:rect l="l" t="t" r="r" b="b"/>
            <a:pathLst>
              <a:path w="10009" h="1235" extrusionOk="0">
                <a:moveTo>
                  <a:pt x="1" y="0"/>
                </a:moveTo>
                <a:lnTo>
                  <a:pt x="1" y="1235"/>
                </a:lnTo>
                <a:lnTo>
                  <a:pt x="10008" y="1235"/>
                </a:lnTo>
                <a:lnTo>
                  <a:pt x="1000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9" name="Google Shape;3039;p39"/>
          <p:cNvSpPr/>
          <p:nvPr/>
        </p:nvSpPr>
        <p:spPr>
          <a:xfrm>
            <a:off x="6491475" y="2116150"/>
            <a:ext cx="251050" cy="31725"/>
          </a:xfrm>
          <a:custGeom>
            <a:avLst/>
            <a:gdLst/>
            <a:ahLst/>
            <a:cxnLst/>
            <a:rect l="l" t="t" r="r" b="b"/>
            <a:pathLst>
              <a:path w="10042" h="1269" extrusionOk="0">
                <a:moveTo>
                  <a:pt x="1" y="1"/>
                </a:moveTo>
                <a:lnTo>
                  <a:pt x="1" y="1268"/>
                </a:lnTo>
                <a:lnTo>
                  <a:pt x="10041" y="1268"/>
                </a:lnTo>
                <a:lnTo>
                  <a:pt x="100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0" name="Google Shape;3040;p39"/>
          <p:cNvSpPr/>
          <p:nvPr/>
        </p:nvSpPr>
        <p:spPr>
          <a:xfrm>
            <a:off x="5589362" y="2434250"/>
            <a:ext cx="1416050" cy="31726"/>
          </a:xfrm>
          <a:custGeom>
            <a:avLst/>
            <a:gdLst/>
            <a:ahLst/>
            <a:cxnLst/>
            <a:rect l="l" t="t" r="r" b="b"/>
            <a:pathLst>
              <a:path w="56642" h="4070" extrusionOk="0">
                <a:moveTo>
                  <a:pt x="1" y="0"/>
                </a:moveTo>
                <a:lnTo>
                  <a:pt x="1" y="4070"/>
                </a:lnTo>
                <a:lnTo>
                  <a:pt x="56641" y="4070"/>
                </a:lnTo>
                <a:lnTo>
                  <a:pt x="566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1" name="Google Shape;3041;p39"/>
          <p:cNvSpPr/>
          <p:nvPr/>
        </p:nvSpPr>
        <p:spPr>
          <a:xfrm rot="10800000" flipH="1">
            <a:off x="3078375" y="2722063"/>
            <a:ext cx="1237470" cy="26351"/>
          </a:xfrm>
          <a:custGeom>
            <a:avLst/>
            <a:gdLst/>
            <a:ahLst/>
            <a:cxnLst/>
            <a:rect l="l" t="t" r="r" b="b"/>
            <a:pathLst>
              <a:path w="175093" h="1269" extrusionOk="0">
                <a:moveTo>
                  <a:pt x="1" y="1"/>
                </a:moveTo>
                <a:lnTo>
                  <a:pt x="1" y="1268"/>
                </a:lnTo>
                <a:lnTo>
                  <a:pt x="175093" y="1268"/>
                </a:lnTo>
                <a:lnTo>
                  <a:pt x="1750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2" name="Google Shape;3042;p39"/>
          <p:cNvSpPr/>
          <p:nvPr/>
        </p:nvSpPr>
        <p:spPr>
          <a:xfrm>
            <a:off x="5260125" y="2983375"/>
            <a:ext cx="251025" cy="31725"/>
          </a:xfrm>
          <a:custGeom>
            <a:avLst/>
            <a:gdLst/>
            <a:ahLst/>
            <a:cxnLst/>
            <a:rect l="l" t="t" r="r" b="b"/>
            <a:pathLst>
              <a:path w="10041" h="1269" extrusionOk="0">
                <a:moveTo>
                  <a:pt x="0" y="1"/>
                </a:moveTo>
                <a:lnTo>
                  <a:pt x="0" y="1268"/>
                </a:lnTo>
                <a:lnTo>
                  <a:pt x="10041" y="1268"/>
                </a:lnTo>
                <a:lnTo>
                  <a:pt x="1004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3" name="Google Shape;3043;p39"/>
          <p:cNvSpPr/>
          <p:nvPr/>
        </p:nvSpPr>
        <p:spPr>
          <a:xfrm>
            <a:off x="4276300" y="3358825"/>
            <a:ext cx="251050" cy="31725"/>
          </a:xfrm>
          <a:custGeom>
            <a:avLst/>
            <a:gdLst/>
            <a:ahLst/>
            <a:cxnLst/>
            <a:rect l="l" t="t" r="r" b="b"/>
            <a:pathLst>
              <a:path w="10042" h="1269" extrusionOk="0">
                <a:moveTo>
                  <a:pt x="1" y="1"/>
                </a:moveTo>
                <a:lnTo>
                  <a:pt x="1" y="1269"/>
                </a:lnTo>
                <a:lnTo>
                  <a:pt x="10041" y="1269"/>
                </a:lnTo>
                <a:lnTo>
                  <a:pt x="1004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4" name="Google Shape;3044;p39"/>
          <p:cNvSpPr/>
          <p:nvPr/>
        </p:nvSpPr>
        <p:spPr>
          <a:xfrm rot="10800000" flipH="1">
            <a:off x="5119629" y="2855298"/>
            <a:ext cx="1605916" cy="25875"/>
          </a:xfrm>
          <a:custGeom>
            <a:avLst/>
            <a:gdLst/>
            <a:ahLst/>
            <a:cxnLst/>
            <a:rect l="l" t="t" r="r" b="b"/>
            <a:pathLst>
              <a:path w="144971" h="568" extrusionOk="0">
                <a:moveTo>
                  <a:pt x="1" y="1"/>
                </a:moveTo>
                <a:lnTo>
                  <a:pt x="1" y="568"/>
                </a:lnTo>
                <a:lnTo>
                  <a:pt x="144971" y="568"/>
                </a:lnTo>
                <a:lnTo>
                  <a:pt x="1449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5" name="Google Shape;3045;p39"/>
          <p:cNvSpPr/>
          <p:nvPr/>
        </p:nvSpPr>
        <p:spPr>
          <a:xfrm>
            <a:off x="5990710" y="3176775"/>
            <a:ext cx="1017715" cy="31698"/>
          </a:xfrm>
          <a:custGeom>
            <a:avLst/>
            <a:gdLst/>
            <a:ahLst/>
            <a:cxnLst/>
            <a:rect l="l" t="t" r="r" b="b"/>
            <a:pathLst>
              <a:path w="56642" h="4038" extrusionOk="0">
                <a:moveTo>
                  <a:pt x="1" y="1"/>
                </a:moveTo>
                <a:lnTo>
                  <a:pt x="1" y="4037"/>
                </a:lnTo>
                <a:lnTo>
                  <a:pt x="56641" y="4037"/>
                </a:lnTo>
                <a:lnTo>
                  <a:pt x="5664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6" name="Google Shape;3046;p39"/>
          <p:cNvSpPr/>
          <p:nvPr/>
        </p:nvSpPr>
        <p:spPr>
          <a:xfrm rot="10800000" flipH="1">
            <a:off x="3615650" y="3244959"/>
            <a:ext cx="449933" cy="34503"/>
          </a:xfrm>
          <a:custGeom>
            <a:avLst/>
            <a:gdLst/>
            <a:ahLst/>
            <a:cxnLst/>
            <a:rect l="l" t="t" r="r" b="b"/>
            <a:pathLst>
              <a:path w="16246" h="2602" extrusionOk="0">
                <a:moveTo>
                  <a:pt x="0" y="0"/>
                </a:moveTo>
                <a:lnTo>
                  <a:pt x="0" y="2602"/>
                </a:lnTo>
                <a:lnTo>
                  <a:pt x="16245" y="2602"/>
                </a:lnTo>
                <a:lnTo>
                  <a:pt x="162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7" name="Google Shape;3047;p39"/>
          <p:cNvSpPr/>
          <p:nvPr/>
        </p:nvSpPr>
        <p:spPr>
          <a:xfrm>
            <a:off x="2967586" y="2386475"/>
            <a:ext cx="378229" cy="34099"/>
          </a:xfrm>
          <a:custGeom>
            <a:avLst/>
            <a:gdLst/>
            <a:ahLst/>
            <a:cxnLst/>
            <a:rect l="l" t="t" r="r" b="b"/>
            <a:pathLst>
              <a:path w="4638" h="2969" extrusionOk="0">
                <a:moveTo>
                  <a:pt x="1" y="0"/>
                </a:moveTo>
                <a:lnTo>
                  <a:pt x="1" y="2969"/>
                </a:lnTo>
                <a:lnTo>
                  <a:pt x="4637" y="2969"/>
                </a:lnTo>
                <a:lnTo>
                  <a:pt x="46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8" name="Google Shape;3048;p39"/>
          <p:cNvSpPr/>
          <p:nvPr/>
        </p:nvSpPr>
        <p:spPr>
          <a:xfrm>
            <a:off x="2777487" y="2896408"/>
            <a:ext cx="464001" cy="38175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4" y="701"/>
                </a:lnTo>
                <a:lnTo>
                  <a:pt x="226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9" name="Google Shape;3049;p39"/>
          <p:cNvSpPr/>
          <p:nvPr/>
        </p:nvSpPr>
        <p:spPr>
          <a:xfrm>
            <a:off x="2929028" y="3252369"/>
            <a:ext cx="150549" cy="42566"/>
          </a:xfrm>
          <a:custGeom>
            <a:avLst/>
            <a:gdLst/>
            <a:ahLst/>
            <a:cxnLst/>
            <a:rect l="l" t="t" r="r" b="b"/>
            <a:pathLst>
              <a:path w="4605" h="1302" extrusionOk="0">
                <a:moveTo>
                  <a:pt x="1" y="0"/>
                </a:moveTo>
                <a:lnTo>
                  <a:pt x="1" y="1301"/>
                </a:lnTo>
                <a:lnTo>
                  <a:pt x="4604" y="1301"/>
                </a:lnTo>
                <a:lnTo>
                  <a:pt x="46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0" name="Google Shape;3050;p39"/>
          <p:cNvSpPr/>
          <p:nvPr/>
        </p:nvSpPr>
        <p:spPr>
          <a:xfrm>
            <a:off x="6477350" y="3009637"/>
            <a:ext cx="150549" cy="38677"/>
          </a:xfrm>
          <a:custGeom>
            <a:avLst/>
            <a:gdLst/>
            <a:ahLst/>
            <a:cxnLst/>
            <a:rect l="l" t="t" r="r" b="b"/>
            <a:pathLst>
              <a:path w="4605" h="2970" extrusionOk="0">
                <a:moveTo>
                  <a:pt x="1" y="1"/>
                </a:moveTo>
                <a:lnTo>
                  <a:pt x="1" y="2969"/>
                </a:lnTo>
                <a:lnTo>
                  <a:pt x="4604" y="2969"/>
                </a:lnTo>
                <a:lnTo>
                  <a:pt x="46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1" name="Google Shape;3051;p39"/>
          <p:cNvSpPr/>
          <p:nvPr/>
        </p:nvSpPr>
        <p:spPr>
          <a:xfrm>
            <a:off x="4323425" y="2432348"/>
            <a:ext cx="302111" cy="48027"/>
          </a:xfrm>
          <a:custGeom>
            <a:avLst/>
            <a:gdLst/>
            <a:ahLst/>
            <a:cxnLst/>
            <a:rect l="l" t="t" r="r" b="b"/>
            <a:pathLst>
              <a:path w="9241" h="2570" extrusionOk="0">
                <a:moveTo>
                  <a:pt x="1" y="1"/>
                </a:moveTo>
                <a:lnTo>
                  <a:pt x="1" y="2569"/>
                </a:lnTo>
                <a:lnTo>
                  <a:pt x="9240" y="2569"/>
                </a:lnTo>
                <a:lnTo>
                  <a:pt x="9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2" name="Google Shape;3052;p39"/>
          <p:cNvSpPr/>
          <p:nvPr/>
        </p:nvSpPr>
        <p:spPr>
          <a:xfrm>
            <a:off x="6089512" y="1942673"/>
            <a:ext cx="784925" cy="38674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1" y="0"/>
                </a:moveTo>
                <a:lnTo>
                  <a:pt x="1" y="701"/>
                </a:lnTo>
                <a:lnTo>
                  <a:pt x="43432" y="701"/>
                </a:lnTo>
                <a:lnTo>
                  <a:pt x="4343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3" name="Google Shape;3053;p39"/>
          <p:cNvSpPr/>
          <p:nvPr/>
        </p:nvSpPr>
        <p:spPr>
          <a:xfrm>
            <a:off x="5751110" y="1910594"/>
            <a:ext cx="134170" cy="37139"/>
          </a:xfrm>
          <a:custGeom>
            <a:avLst/>
            <a:gdLst/>
            <a:ahLst/>
            <a:cxnLst/>
            <a:rect l="l" t="t" r="r" b="b"/>
            <a:pathLst>
              <a:path w="4104" h="1136" extrusionOk="0">
                <a:moveTo>
                  <a:pt x="0" y="1"/>
                </a:moveTo>
                <a:lnTo>
                  <a:pt x="0" y="1135"/>
                </a:lnTo>
                <a:lnTo>
                  <a:pt x="4103" y="1135"/>
                </a:lnTo>
                <a:lnTo>
                  <a:pt x="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4" name="Google Shape;3054;p39"/>
          <p:cNvSpPr/>
          <p:nvPr/>
        </p:nvSpPr>
        <p:spPr>
          <a:xfrm>
            <a:off x="5089512" y="2571596"/>
            <a:ext cx="632896" cy="30876"/>
          </a:xfrm>
          <a:custGeom>
            <a:avLst/>
            <a:gdLst/>
            <a:ahLst/>
            <a:cxnLst/>
            <a:rect l="l" t="t" r="r" b="b"/>
            <a:pathLst>
              <a:path w="22717" h="702" extrusionOk="0">
                <a:moveTo>
                  <a:pt x="1" y="1"/>
                </a:moveTo>
                <a:lnTo>
                  <a:pt x="1" y="701"/>
                </a:lnTo>
                <a:lnTo>
                  <a:pt x="22717" y="701"/>
                </a:lnTo>
                <a:lnTo>
                  <a:pt x="227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5" name="Google Shape;3055;p39"/>
          <p:cNvSpPr/>
          <p:nvPr/>
        </p:nvSpPr>
        <p:spPr>
          <a:xfrm>
            <a:off x="3615653" y="2343375"/>
            <a:ext cx="142866" cy="22950"/>
          </a:xfrm>
          <a:custGeom>
            <a:avLst/>
            <a:gdLst/>
            <a:ahLst/>
            <a:cxnLst/>
            <a:rect l="l" t="t" r="r" b="b"/>
            <a:pathLst>
              <a:path w="4370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6" name="Google Shape;3056;p39"/>
          <p:cNvSpPr/>
          <p:nvPr/>
        </p:nvSpPr>
        <p:spPr>
          <a:xfrm>
            <a:off x="2982312" y="2056526"/>
            <a:ext cx="234441" cy="28100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7" name="Google Shape;3057;p39"/>
          <p:cNvSpPr/>
          <p:nvPr/>
        </p:nvSpPr>
        <p:spPr>
          <a:xfrm>
            <a:off x="4688553" y="2091593"/>
            <a:ext cx="234471" cy="38185"/>
          </a:xfrm>
          <a:custGeom>
            <a:avLst/>
            <a:gdLst/>
            <a:ahLst/>
            <a:cxnLst/>
            <a:rect l="l" t="t" r="r" b="b"/>
            <a:pathLst>
              <a:path w="7172" h="1168" extrusionOk="0">
                <a:moveTo>
                  <a:pt x="0" y="0"/>
                </a:moveTo>
                <a:lnTo>
                  <a:pt x="0" y="1168"/>
                </a:lnTo>
                <a:lnTo>
                  <a:pt x="7172" y="1168"/>
                </a:lnTo>
                <a:lnTo>
                  <a:pt x="717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8" name="Google Shape;3058;p39"/>
          <p:cNvSpPr/>
          <p:nvPr/>
        </p:nvSpPr>
        <p:spPr>
          <a:xfrm>
            <a:off x="5419266" y="2040066"/>
            <a:ext cx="235582" cy="37106"/>
          </a:xfrm>
          <a:custGeom>
            <a:avLst/>
            <a:gdLst/>
            <a:ahLst/>
            <a:cxnLst/>
            <a:rect l="l" t="t" r="r" b="b"/>
            <a:pathLst>
              <a:path w="7206" h="1135" extrusionOk="0">
                <a:moveTo>
                  <a:pt x="0" y="1"/>
                </a:moveTo>
                <a:lnTo>
                  <a:pt x="0" y="1135"/>
                </a:lnTo>
                <a:lnTo>
                  <a:pt x="7205" y="1135"/>
                </a:lnTo>
                <a:lnTo>
                  <a:pt x="72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9" name="Google Shape;3059;p39"/>
          <p:cNvSpPr/>
          <p:nvPr/>
        </p:nvSpPr>
        <p:spPr>
          <a:xfrm>
            <a:off x="4595462" y="1758150"/>
            <a:ext cx="251050" cy="30875"/>
          </a:xfrm>
          <a:custGeom>
            <a:avLst/>
            <a:gdLst/>
            <a:ahLst/>
            <a:cxnLst/>
            <a:rect l="l" t="t" r="r" b="b"/>
            <a:pathLst>
              <a:path w="10042" h="1235" extrusionOk="0">
                <a:moveTo>
                  <a:pt x="1" y="0"/>
                </a:moveTo>
                <a:lnTo>
                  <a:pt x="1" y="1234"/>
                </a:lnTo>
                <a:lnTo>
                  <a:pt x="10041" y="1234"/>
                </a:lnTo>
                <a:lnTo>
                  <a:pt x="100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0" name="Google Shape;3060;p39"/>
          <p:cNvSpPr/>
          <p:nvPr/>
        </p:nvSpPr>
        <p:spPr>
          <a:xfrm>
            <a:off x="3803723" y="2922963"/>
            <a:ext cx="209047" cy="34075"/>
          </a:xfrm>
          <a:custGeom>
            <a:avLst/>
            <a:gdLst/>
            <a:ahLst/>
            <a:cxnLst/>
            <a:rect l="l" t="t" r="r" b="b"/>
            <a:pathLst>
              <a:path w="4404" h="702" extrusionOk="0">
                <a:moveTo>
                  <a:pt x="0" y="1"/>
                </a:moveTo>
                <a:lnTo>
                  <a:pt x="0" y="701"/>
                </a:lnTo>
                <a:lnTo>
                  <a:pt x="4403" y="701"/>
                </a:lnTo>
                <a:lnTo>
                  <a:pt x="44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1" name="Google Shape;3061;p39"/>
          <p:cNvSpPr/>
          <p:nvPr/>
        </p:nvSpPr>
        <p:spPr>
          <a:xfrm>
            <a:off x="3014845" y="2560784"/>
            <a:ext cx="131316" cy="21090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2" name="Google Shape;3062;p39"/>
          <p:cNvSpPr/>
          <p:nvPr/>
        </p:nvSpPr>
        <p:spPr>
          <a:xfrm>
            <a:off x="1933112" y="2578002"/>
            <a:ext cx="244576" cy="22950"/>
          </a:xfrm>
          <a:custGeom>
            <a:avLst/>
            <a:gdLst/>
            <a:ahLst/>
            <a:cxnLst/>
            <a:rect l="l" t="t" r="r" b="b"/>
            <a:pathLst>
              <a:path w="8141" h="1301" extrusionOk="0">
                <a:moveTo>
                  <a:pt x="1" y="0"/>
                </a:moveTo>
                <a:lnTo>
                  <a:pt x="1" y="1301"/>
                </a:lnTo>
                <a:lnTo>
                  <a:pt x="8140" y="1301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3" name="Google Shape;3063;p39"/>
          <p:cNvSpPr/>
          <p:nvPr/>
        </p:nvSpPr>
        <p:spPr>
          <a:xfrm>
            <a:off x="2310402" y="2772180"/>
            <a:ext cx="215495" cy="34098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0"/>
                </a:moveTo>
                <a:lnTo>
                  <a:pt x="0" y="1134"/>
                </a:lnTo>
                <a:lnTo>
                  <a:pt x="7172" y="1134"/>
                </a:lnTo>
                <a:lnTo>
                  <a:pt x="717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4" name="Google Shape;3064;p39"/>
          <p:cNvSpPr/>
          <p:nvPr/>
        </p:nvSpPr>
        <p:spPr>
          <a:xfrm>
            <a:off x="3932310" y="2480567"/>
            <a:ext cx="215495" cy="34098"/>
          </a:xfrm>
          <a:custGeom>
            <a:avLst/>
            <a:gdLst/>
            <a:ahLst/>
            <a:cxnLst/>
            <a:rect l="l" t="t" r="r" b="b"/>
            <a:pathLst>
              <a:path w="7173" h="1135" extrusionOk="0">
                <a:moveTo>
                  <a:pt x="0" y="1"/>
                </a:moveTo>
                <a:lnTo>
                  <a:pt x="0" y="1135"/>
                </a:lnTo>
                <a:lnTo>
                  <a:pt x="7172" y="1135"/>
                </a:lnTo>
                <a:lnTo>
                  <a:pt x="7172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5" name="Google Shape;3065;p39"/>
          <p:cNvSpPr/>
          <p:nvPr/>
        </p:nvSpPr>
        <p:spPr>
          <a:xfrm>
            <a:off x="4606289" y="3074389"/>
            <a:ext cx="1304806" cy="21060"/>
          </a:xfrm>
          <a:custGeom>
            <a:avLst/>
            <a:gdLst/>
            <a:ahLst/>
            <a:cxnLst/>
            <a:rect l="l" t="t" r="r" b="b"/>
            <a:pathLst>
              <a:path w="43432" h="701" extrusionOk="0">
                <a:moveTo>
                  <a:pt x="0" y="0"/>
                </a:moveTo>
                <a:lnTo>
                  <a:pt x="0" y="701"/>
                </a:lnTo>
                <a:lnTo>
                  <a:pt x="43431" y="701"/>
                </a:lnTo>
                <a:lnTo>
                  <a:pt x="43431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6" name="Google Shape;3066;p39"/>
          <p:cNvSpPr/>
          <p:nvPr/>
        </p:nvSpPr>
        <p:spPr>
          <a:xfrm>
            <a:off x="6100170" y="2960432"/>
            <a:ext cx="74175" cy="21060"/>
          </a:xfrm>
          <a:custGeom>
            <a:avLst/>
            <a:gdLst/>
            <a:ahLst/>
            <a:cxnLst/>
            <a:rect l="l" t="t" r="r" b="b"/>
            <a:pathLst>
              <a:path w="2469" h="701" extrusionOk="0">
                <a:moveTo>
                  <a:pt x="1" y="0"/>
                </a:moveTo>
                <a:lnTo>
                  <a:pt x="1" y="701"/>
                </a:lnTo>
                <a:lnTo>
                  <a:pt x="2469" y="701"/>
                </a:lnTo>
                <a:lnTo>
                  <a:pt x="2469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7" name="Google Shape;3067;p39"/>
          <p:cNvSpPr/>
          <p:nvPr/>
        </p:nvSpPr>
        <p:spPr>
          <a:xfrm>
            <a:off x="5954973" y="2754604"/>
            <a:ext cx="209051" cy="30876"/>
          </a:xfrm>
          <a:custGeom>
            <a:avLst/>
            <a:gdLst/>
            <a:ahLst/>
            <a:cxnLst/>
            <a:rect l="l" t="t" r="r" b="b"/>
            <a:pathLst>
              <a:path w="2503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8" name="Google Shape;3068;p39"/>
          <p:cNvSpPr/>
          <p:nvPr/>
        </p:nvSpPr>
        <p:spPr>
          <a:xfrm>
            <a:off x="5051187" y="3250223"/>
            <a:ext cx="292577" cy="35878"/>
          </a:xfrm>
          <a:custGeom>
            <a:avLst/>
            <a:gdLst/>
            <a:ahLst/>
            <a:cxnLst/>
            <a:rect l="l" t="t" r="r" b="b"/>
            <a:pathLst>
              <a:path w="4638" h="2936" extrusionOk="0">
                <a:moveTo>
                  <a:pt x="0" y="1"/>
                </a:moveTo>
                <a:lnTo>
                  <a:pt x="0" y="2936"/>
                </a:lnTo>
                <a:lnTo>
                  <a:pt x="4637" y="2936"/>
                </a:lnTo>
                <a:lnTo>
                  <a:pt x="46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9" name="Google Shape;3069;p39"/>
          <p:cNvSpPr/>
          <p:nvPr/>
        </p:nvSpPr>
        <p:spPr>
          <a:xfrm>
            <a:off x="6345013" y="2649858"/>
            <a:ext cx="122273" cy="34098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1"/>
                </a:moveTo>
                <a:lnTo>
                  <a:pt x="0" y="1135"/>
                </a:lnTo>
                <a:lnTo>
                  <a:pt x="4070" y="1135"/>
                </a:lnTo>
                <a:lnTo>
                  <a:pt x="40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0" name="Google Shape;3070;p39"/>
          <p:cNvSpPr/>
          <p:nvPr/>
        </p:nvSpPr>
        <p:spPr>
          <a:xfrm rot="10800000" flipH="1">
            <a:off x="5309487" y="2276250"/>
            <a:ext cx="489092" cy="35128"/>
          </a:xfrm>
          <a:custGeom>
            <a:avLst/>
            <a:gdLst/>
            <a:ahLst/>
            <a:cxnLst/>
            <a:rect l="l" t="t" r="r" b="b"/>
            <a:pathLst>
              <a:path w="19248" h="1869" extrusionOk="0">
                <a:moveTo>
                  <a:pt x="0" y="0"/>
                </a:moveTo>
                <a:lnTo>
                  <a:pt x="0" y="1868"/>
                </a:lnTo>
                <a:lnTo>
                  <a:pt x="19247" y="1868"/>
                </a:lnTo>
                <a:lnTo>
                  <a:pt x="19247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1" name="Google Shape;3071;p39"/>
          <p:cNvSpPr/>
          <p:nvPr/>
        </p:nvSpPr>
        <p:spPr>
          <a:xfrm>
            <a:off x="4147801" y="2076544"/>
            <a:ext cx="216486" cy="35120"/>
          </a:xfrm>
          <a:custGeom>
            <a:avLst/>
            <a:gdLst/>
            <a:ahLst/>
            <a:cxnLst/>
            <a:rect l="l" t="t" r="r" b="b"/>
            <a:pathLst>
              <a:path w="7206" h="1169" extrusionOk="0">
                <a:moveTo>
                  <a:pt x="0" y="1"/>
                </a:moveTo>
                <a:lnTo>
                  <a:pt x="0" y="1168"/>
                </a:lnTo>
                <a:lnTo>
                  <a:pt x="7205" y="1168"/>
                </a:lnTo>
                <a:lnTo>
                  <a:pt x="7205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39"/>
          <p:cNvSpPr/>
          <p:nvPr/>
        </p:nvSpPr>
        <p:spPr>
          <a:xfrm>
            <a:off x="2393635" y="2450991"/>
            <a:ext cx="328755" cy="56149"/>
          </a:xfrm>
          <a:custGeom>
            <a:avLst/>
            <a:gdLst/>
            <a:ahLst/>
            <a:cxnLst/>
            <a:rect l="l" t="t" r="r" b="b"/>
            <a:pathLst>
              <a:path w="10943" h="1869" extrusionOk="0">
                <a:moveTo>
                  <a:pt x="1" y="1"/>
                </a:moveTo>
                <a:lnTo>
                  <a:pt x="1" y="1869"/>
                </a:lnTo>
                <a:lnTo>
                  <a:pt x="10942" y="1869"/>
                </a:lnTo>
                <a:lnTo>
                  <a:pt x="1094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3" name="Google Shape;3073;p39"/>
          <p:cNvSpPr/>
          <p:nvPr/>
        </p:nvSpPr>
        <p:spPr>
          <a:xfrm>
            <a:off x="2579891" y="2221363"/>
            <a:ext cx="489124" cy="28375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3" y="701"/>
                </a:lnTo>
                <a:lnTo>
                  <a:pt x="22683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4" name="Google Shape;3074;p39"/>
          <p:cNvSpPr/>
          <p:nvPr/>
        </p:nvSpPr>
        <p:spPr>
          <a:xfrm>
            <a:off x="6169315" y="1795712"/>
            <a:ext cx="378226" cy="34076"/>
          </a:xfrm>
          <a:custGeom>
            <a:avLst/>
            <a:gdLst/>
            <a:ahLst/>
            <a:cxnLst/>
            <a:rect l="l" t="t" r="r" b="b"/>
            <a:pathLst>
              <a:path w="4071" h="1135" extrusionOk="0">
                <a:moveTo>
                  <a:pt x="1" y="0"/>
                </a:moveTo>
                <a:lnTo>
                  <a:pt x="1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39"/>
          <p:cNvSpPr/>
          <p:nvPr/>
        </p:nvSpPr>
        <p:spPr>
          <a:xfrm>
            <a:off x="3563334" y="2060028"/>
            <a:ext cx="328725" cy="56149"/>
          </a:xfrm>
          <a:custGeom>
            <a:avLst/>
            <a:gdLst/>
            <a:ahLst/>
            <a:cxnLst/>
            <a:rect l="l" t="t" r="r" b="b"/>
            <a:pathLst>
              <a:path w="10942" h="1869" extrusionOk="0">
                <a:moveTo>
                  <a:pt x="0" y="0"/>
                </a:moveTo>
                <a:lnTo>
                  <a:pt x="0" y="1868"/>
                </a:lnTo>
                <a:lnTo>
                  <a:pt x="10941" y="1868"/>
                </a:lnTo>
                <a:lnTo>
                  <a:pt x="109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6" name="Google Shape;3076;p39"/>
          <p:cNvSpPr/>
          <p:nvPr/>
        </p:nvSpPr>
        <p:spPr>
          <a:xfrm>
            <a:off x="4266016" y="1903823"/>
            <a:ext cx="154358" cy="43111"/>
          </a:xfrm>
          <a:custGeom>
            <a:avLst/>
            <a:gdLst/>
            <a:ahLst/>
            <a:cxnLst/>
            <a:rect l="l" t="t" r="r" b="b"/>
            <a:pathLst>
              <a:path w="5138" h="1435" extrusionOk="0">
                <a:moveTo>
                  <a:pt x="1" y="1"/>
                </a:moveTo>
                <a:lnTo>
                  <a:pt x="1" y="1435"/>
                </a:lnTo>
                <a:lnTo>
                  <a:pt x="5138" y="1435"/>
                </a:lnTo>
                <a:lnTo>
                  <a:pt x="5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7" name="Google Shape;3077;p39"/>
          <p:cNvSpPr/>
          <p:nvPr/>
        </p:nvSpPr>
        <p:spPr>
          <a:xfrm>
            <a:off x="4896301" y="2312650"/>
            <a:ext cx="122273" cy="34098"/>
          </a:xfrm>
          <a:custGeom>
            <a:avLst/>
            <a:gdLst/>
            <a:ahLst/>
            <a:cxnLst/>
            <a:rect l="l" t="t" r="r" b="b"/>
            <a:pathLst>
              <a:path w="4070" h="1135" extrusionOk="0">
                <a:moveTo>
                  <a:pt x="0" y="0"/>
                </a:moveTo>
                <a:lnTo>
                  <a:pt x="0" y="1134"/>
                </a:lnTo>
                <a:lnTo>
                  <a:pt x="4070" y="1134"/>
                </a:lnTo>
                <a:lnTo>
                  <a:pt x="40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8" name="Google Shape;3078;p39"/>
          <p:cNvSpPr/>
          <p:nvPr/>
        </p:nvSpPr>
        <p:spPr>
          <a:xfrm>
            <a:off x="4884236" y="1933125"/>
            <a:ext cx="464001" cy="21100"/>
          </a:xfrm>
          <a:custGeom>
            <a:avLst/>
            <a:gdLst/>
            <a:ahLst/>
            <a:cxnLst/>
            <a:rect l="l" t="t" r="r" b="b"/>
            <a:pathLst>
              <a:path w="22684" h="702" extrusionOk="0">
                <a:moveTo>
                  <a:pt x="1" y="1"/>
                </a:moveTo>
                <a:lnTo>
                  <a:pt x="1" y="701"/>
                </a:lnTo>
                <a:lnTo>
                  <a:pt x="22684" y="701"/>
                </a:lnTo>
                <a:lnTo>
                  <a:pt x="22684" y="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9" name="Google Shape;3079;p39"/>
          <p:cNvSpPr/>
          <p:nvPr/>
        </p:nvSpPr>
        <p:spPr>
          <a:xfrm>
            <a:off x="4266025" y="2945796"/>
            <a:ext cx="271592" cy="34503"/>
          </a:xfrm>
          <a:custGeom>
            <a:avLst/>
            <a:gdLst/>
            <a:ahLst/>
            <a:cxnLst/>
            <a:rect l="l" t="t" r="r" b="b"/>
            <a:pathLst>
              <a:path w="9041" h="4137" extrusionOk="0">
                <a:moveTo>
                  <a:pt x="0" y="0"/>
                </a:moveTo>
                <a:lnTo>
                  <a:pt x="0" y="4137"/>
                </a:lnTo>
                <a:lnTo>
                  <a:pt x="9040" y="4137"/>
                </a:lnTo>
                <a:lnTo>
                  <a:pt x="904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0" name="Google Shape;3080;p39"/>
          <p:cNvSpPr/>
          <p:nvPr/>
        </p:nvSpPr>
        <p:spPr>
          <a:xfrm>
            <a:off x="5374019" y="1983227"/>
            <a:ext cx="93875" cy="26302"/>
          </a:xfrm>
          <a:custGeom>
            <a:avLst/>
            <a:gdLst/>
            <a:ahLst/>
            <a:cxnLst/>
            <a:rect l="l" t="t" r="r" b="b"/>
            <a:pathLst>
              <a:path w="2502" h="701" extrusionOk="0">
                <a:moveTo>
                  <a:pt x="0" y="0"/>
                </a:moveTo>
                <a:lnTo>
                  <a:pt x="0" y="701"/>
                </a:lnTo>
                <a:lnTo>
                  <a:pt x="2502" y="701"/>
                </a:lnTo>
                <a:lnTo>
                  <a:pt x="250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1" name="Google Shape;3081;p39"/>
          <p:cNvSpPr/>
          <p:nvPr/>
        </p:nvSpPr>
        <p:spPr>
          <a:xfrm>
            <a:off x="2818307" y="1864326"/>
            <a:ext cx="164000" cy="26302"/>
          </a:xfrm>
          <a:custGeom>
            <a:avLst/>
            <a:gdLst/>
            <a:ahLst/>
            <a:cxnLst/>
            <a:rect l="l" t="t" r="r" b="b"/>
            <a:pathLst>
              <a:path w="4371" h="701" extrusionOk="0">
                <a:moveTo>
                  <a:pt x="1" y="0"/>
                </a:moveTo>
                <a:lnTo>
                  <a:pt x="1" y="701"/>
                </a:lnTo>
                <a:lnTo>
                  <a:pt x="4371" y="701"/>
                </a:lnTo>
                <a:lnTo>
                  <a:pt x="43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2" name="Google Shape;3082;p39"/>
          <p:cNvSpPr/>
          <p:nvPr/>
        </p:nvSpPr>
        <p:spPr>
          <a:xfrm>
            <a:off x="3947212" y="2093337"/>
            <a:ext cx="209041" cy="43882"/>
          </a:xfrm>
          <a:custGeom>
            <a:avLst/>
            <a:gdLst/>
            <a:ahLst/>
            <a:cxnLst/>
            <a:rect l="l" t="t" r="r" b="b"/>
            <a:pathLst>
              <a:path w="8141" h="2969" extrusionOk="0">
                <a:moveTo>
                  <a:pt x="1" y="0"/>
                </a:moveTo>
                <a:lnTo>
                  <a:pt x="1" y="2969"/>
                </a:lnTo>
                <a:lnTo>
                  <a:pt x="8140" y="2969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3" name="Google Shape;3083;p39"/>
          <p:cNvSpPr/>
          <p:nvPr/>
        </p:nvSpPr>
        <p:spPr>
          <a:xfrm>
            <a:off x="4947247" y="1850557"/>
            <a:ext cx="337980" cy="53879"/>
          </a:xfrm>
          <a:custGeom>
            <a:avLst/>
            <a:gdLst/>
            <a:ahLst/>
            <a:cxnLst/>
            <a:rect l="l" t="t" r="r" b="b"/>
            <a:pathLst>
              <a:path w="9008" h="1436" extrusionOk="0">
                <a:moveTo>
                  <a:pt x="1" y="1"/>
                </a:moveTo>
                <a:lnTo>
                  <a:pt x="1" y="1435"/>
                </a:lnTo>
                <a:lnTo>
                  <a:pt x="9007" y="1435"/>
                </a:lnTo>
                <a:lnTo>
                  <a:pt x="90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4" name="Google Shape;3084;p39"/>
          <p:cNvSpPr/>
          <p:nvPr/>
        </p:nvSpPr>
        <p:spPr>
          <a:xfrm>
            <a:off x="4875444" y="3408521"/>
            <a:ext cx="164000" cy="26302"/>
          </a:xfrm>
          <a:custGeom>
            <a:avLst/>
            <a:gdLst/>
            <a:ahLst/>
            <a:cxnLst/>
            <a:rect l="l" t="t" r="r" b="b"/>
            <a:pathLst>
              <a:path w="4371" h="701" extrusionOk="0">
                <a:moveTo>
                  <a:pt x="1" y="0"/>
                </a:moveTo>
                <a:lnTo>
                  <a:pt x="1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5" name="Google Shape;3085;p39"/>
          <p:cNvSpPr/>
          <p:nvPr/>
        </p:nvSpPr>
        <p:spPr>
          <a:xfrm>
            <a:off x="5343966" y="1587882"/>
            <a:ext cx="165238" cy="26302"/>
          </a:xfrm>
          <a:custGeom>
            <a:avLst/>
            <a:gdLst/>
            <a:ahLst/>
            <a:cxnLst/>
            <a:rect l="l" t="t" r="r" b="b"/>
            <a:pathLst>
              <a:path w="4404" h="701" extrusionOk="0">
                <a:moveTo>
                  <a:pt x="1" y="0"/>
                </a:moveTo>
                <a:lnTo>
                  <a:pt x="1" y="701"/>
                </a:lnTo>
                <a:lnTo>
                  <a:pt x="4404" y="701"/>
                </a:lnTo>
                <a:lnTo>
                  <a:pt x="440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6" name="Google Shape;3086;p39"/>
          <p:cNvSpPr/>
          <p:nvPr/>
        </p:nvSpPr>
        <p:spPr>
          <a:xfrm>
            <a:off x="4384863" y="2050458"/>
            <a:ext cx="164000" cy="12569"/>
          </a:xfrm>
          <a:custGeom>
            <a:avLst/>
            <a:gdLst/>
            <a:ahLst/>
            <a:cxnLst/>
            <a:rect l="l" t="t" r="r" b="b"/>
            <a:pathLst>
              <a:path w="4371" h="335" extrusionOk="0">
                <a:moveTo>
                  <a:pt x="1" y="0"/>
                </a:moveTo>
                <a:lnTo>
                  <a:pt x="1" y="334"/>
                </a:lnTo>
                <a:lnTo>
                  <a:pt x="4371" y="334"/>
                </a:lnTo>
                <a:lnTo>
                  <a:pt x="43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7" name="Google Shape;3087;p39"/>
          <p:cNvSpPr/>
          <p:nvPr/>
        </p:nvSpPr>
        <p:spPr>
          <a:xfrm>
            <a:off x="4774162" y="2755437"/>
            <a:ext cx="209051" cy="43900"/>
          </a:xfrm>
          <a:custGeom>
            <a:avLst/>
            <a:gdLst/>
            <a:ahLst/>
            <a:cxnLst/>
            <a:rect l="l" t="t" r="r" b="b"/>
            <a:pathLst>
              <a:path w="2503" h="702" extrusionOk="0">
                <a:moveTo>
                  <a:pt x="1" y="1"/>
                </a:moveTo>
                <a:lnTo>
                  <a:pt x="1" y="701"/>
                </a:lnTo>
                <a:lnTo>
                  <a:pt x="2502" y="701"/>
                </a:lnTo>
                <a:lnTo>
                  <a:pt x="25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8" name="Google Shape;3088;p39"/>
          <p:cNvSpPr txBox="1">
            <a:spLocks noGrp="1"/>
          </p:cNvSpPr>
          <p:nvPr>
            <p:ph type="title"/>
          </p:nvPr>
        </p:nvSpPr>
        <p:spPr>
          <a:xfrm>
            <a:off x="1779150" y="1456650"/>
            <a:ext cx="5585700" cy="223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+mj-lt"/>
              </a:rPr>
              <a:t>THANK YOU</a:t>
            </a:r>
            <a:endParaRPr dirty="0">
              <a:latin typeface="+mj-lt"/>
            </a:endParaRPr>
          </a:p>
        </p:txBody>
      </p:sp>
      <p:sp>
        <p:nvSpPr>
          <p:cNvPr id="3089" name="Google Shape;3089;p39"/>
          <p:cNvSpPr/>
          <p:nvPr/>
        </p:nvSpPr>
        <p:spPr>
          <a:xfrm>
            <a:off x="2579909" y="1754699"/>
            <a:ext cx="148800" cy="37778"/>
          </a:xfrm>
          <a:custGeom>
            <a:avLst/>
            <a:gdLst/>
            <a:ahLst/>
            <a:cxnLst/>
            <a:rect l="l" t="t" r="r" b="b"/>
            <a:pathLst>
              <a:path w="4371" h="702" extrusionOk="0">
                <a:moveTo>
                  <a:pt x="0" y="1"/>
                </a:moveTo>
                <a:lnTo>
                  <a:pt x="0" y="701"/>
                </a:lnTo>
                <a:lnTo>
                  <a:pt x="4370" y="701"/>
                </a:lnTo>
                <a:lnTo>
                  <a:pt x="437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0" name="Google Shape;3090;p39"/>
          <p:cNvSpPr/>
          <p:nvPr/>
        </p:nvSpPr>
        <p:spPr>
          <a:xfrm>
            <a:off x="4977666" y="3395999"/>
            <a:ext cx="277140" cy="34173"/>
          </a:xfrm>
          <a:custGeom>
            <a:avLst/>
            <a:gdLst/>
            <a:ahLst/>
            <a:cxnLst/>
            <a:rect l="l" t="t" r="r" b="b"/>
            <a:pathLst>
              <a:path w="8141" h="635" extrusionOk="0">
                <a:moveTo>
                  <a:pt x="1" y="0"/>
                </a:moveTo>
                <a:lnTo>
                  <a:pt x="1" y="634"/>
                </a:lnTo>
                <a:lnTo>
                  <a:pt x="8140" y="634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1" name="Google Shape;3091;p39"/>
          <p:cNvSpPr/>
          <p:nvPr/>
        </p:nvSpPr>
        <p:spPr>
          <a:xfrm>
            <a:off x="4086650" y="1898899"/>
            <a:ext cx="189644" cy="31725"/>
          </a:xfrm>
          <a:custGeom>
            <a:avLst/>
            <a:gdLst/>
            <a:ahLst/>
            <a:cxnLst/>
            <a:rect l="l" t="t" r="r" b="b"/>
            <a:pathLst>
              <a:path w="8141" h="1468" extrusionOk="0">
                <a:moveTo>
                  <a:pt x="1" y="0"/>
                </a:moveTo>
                <a:lnTo>
                  <a:pt x="1" y="1468"/>
                </a:lnTo>
                <a:lnTo>
                  <a:pt x="8140" y="1468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2" name="Google Shape;3092;p39"/>
          <p:cNvSpPr/>
          <p:nvPr/>
        </p:nvSpPr>
        <p:spPr>
          <a:xfrm>
            <a:off x="4345650" y="3368074"/>
            <a:ext cx="242431" cy="30874"/>
          </a:xfrm>
          <a:custGeom>
            <a:avLst/>
            <a:gdLst/>
            <a:ahLst/>
            <a:cxnLst/>
            <a:rect l="l" t="t" r="r" b="b"/>
            <a:pathLst>
              <a:path w="16246" h="1302" extrusionOk="0">
                <a:moveTo>
                  <a:pt x="1" y="1"/>
                </a:moveTo>
                <a:lnTo>
                  <a:pt x="1" y="1302"/>
                </a:lnTo>
                <a:lnTo>
                  <a:pt x="16245" y="1302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3" name="Google Shape;3093;p39"/>
          <p:cNvSpPr/>
          <p:nvPr/>
        </p:nvSpPr>
        <p:spPr>
          <a:xfrm>
            <a:off x="5511155" y="2862688"/>
            <a:ext cx="277101" cy="70067"/>
          </a:xfrm>
          <a:custGeom>
            <a:avLst/>
            <a:gdLst/>
            <a:ahLst/>
            <a:cxnLst/>
            <a:rect l="l" t="t" r="r" b="b"/>
            <a:pathLst>
              <a:path w="8140" h="1302" extrusionOk="0">
                <a:moveTo>
                  <a:pt x="1" y="1"/>
                </a:moveTo>
                <a:lnTo>
                  <a:pt x="1" y="1302"/>
                </a:lnTo>
                <a:lnTo>
                  <a:pt x="8140" y="1302"/>
                </a:lnTo>
                <a:lnTo>
                  <a:pt x="814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4" name="Google Shape;3094;p39"/>
          <p:cNvSpPr/>
          <p:nvPr/>
        </p:nvSpPr>
        <p:spPr>
          <a:xfrm>
            <a:off x="4445697" y="2317308"/>
            <a:ext cx="110924" cy="56045"/>
          </a:xfrm>
          <a:custGeom>
            <a:avLst/>
            <a:gdLst/>
            <a:ahLst/>
            <a:cxnLst/>
            <a:rect l="l" t="t" r="r" b="b"/>
            <a:pathLst>
              <a:path w="8141" h="1468" extrusionOk="0">
                <a:moveTo>
                  <a:pt x="1" y="0"/>
                </a:moveTo>
                <a:lnTo>
                  <a:pt x="1" y="1468"/>
                </a:lnTo>
                <a:lnTo>
                  <a:pt x="8140" y="1468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5" name="Google Shape;3095;p39"/>
          <p:cNvSpPr/>
          <p:nvPr/>
        </p:nvSpPr>
        <p:spPr>
          <a:xfrm>
            <a:off x="5168678" y="1889678"/>
            <a:ext cx="116538" cy="34173"/>
          </a:xfrm>
          <a:custGeom>
            <a:avLst/>
            <a:gdLst/>
            <a:ahLst/>
            <a:cxnLst/>
            <a:rect l="l" t="t" r="r" b="b"/>
            <a:pathLst>
              <a:path w="8141" h="635" extrusionOk="0">
                <a:moveTo>
                  <a:pt x="1" y="0"/>
                </a:moveTo>
                <a:lnTo>
                  <a:pt x="1" y="634"/>
                </a:lnTo>
                <a:lnTo>
                  <a:pt x="8140" y="634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6" name="Google Shape;3096;p39"/>
          <p:cNvSpPr/>
          <p:nvPr/>
        </p:nvSpPr>
        <p:spPr>
          <a:xfrm>
            <a:off x="2344765" y="2260996"/>
            <a:ext cx="97838" cy="65633"/>
          </a:xfrm>
          <a:custGeom>
            <a:avLst/>
            <a:gdLst/>
            <a:ahLst/>
            <a:cxnLst/>
            <a:rect l="l" t="t" r="r" b="b"/>
            <a:pathLst>
              <a:path w="8140" h="2969" extrusionOk="0">
                <a:moveTo>
                  <a:pt x="1" y="0"/>
                </a:moveTo>
                <a:lnTo>
                  <a:pt x="1" y="2969"/>
                </a:lnTo>
                <a:lnTo>
                  <a:pt x="8140" y="2969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7" name="Google Shape;3097;p39"/>
          <p:cNvSpPr/>
          <p:nvPr/>
        </p:nvSpPr>
        <p:spPr>
          <a:xfrm>
            <a:off x="3375537" y="3302780"/>
            <a:ext cx="149924" cy="56041"/>
          </a:xfrm>
          <a:custGeom>
            <a:avLst/>
            <a:gdLst/>
            <a:ahLst/>
            <a:cxnLst/>
            <a:rect l="l" t="t" r="r" b="b"/>
            <a:pathLst>
              <a:path w="8140" h="2969" extrusionOk="0">
                <a:moveTo>
                  <a:pt x="1" y="0"/>
                </a:moveTo>
                <a:lnTo>
                  <a:pt x="1" y="2969"/>
                </a:lnTo>
                <a:lnTo>
                  <a:pt x="8140" y="2969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8" name="Google Shape;3098;p39"/>
          <p:cNvSpPr/>
          <p:nvPr/>
        </p:nvSpPr>
        <p:spPr>
          <a:xfrm>
            <a:off x="3189820" y="1912075"/>
            <a:ext cx="277135" cy="34172"/>
          </a:xfrm>
          <a:custGeom>
            <a:avLst/>
            <a:gdLst/>
            <a:ahLst/>
            <a:cxnLst/>
            <a:rect l="l" t="t" r="r" b="b"/>
            <a:pathLst>
              <a:path w="8141" h="635" extrusionOk="0">
                <a:moveTo>
                  <a:pt x="1" y="0"/>
                </a:moveTo>
                <a:lnTo>
                  <a:pt x="1" y="634"/>
                </a:lnTo>
                <a:lnTo>
                  <a:pt x="8140" y="634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9" name="Google Shape;3099;p39"/>
          <p:cNvSpPr/>
          <p:nvPr/>
        </p:nvSpPr>
        <p:spPr>
          <a:xfrm>
            <a:off x="6404738" y="2275199"/>
            <a:ext cx="189645" cy="31727"/>
          </a:xfrm>
          <a:custGeom>
            <a:avLst/>
            <a:gdLst/>
            <a:ahLst/>
            <a:cxnLst/>
            <a:rect l="l" t="t" r="r" b="b"/>
            <a:pathLst>
              <a:path w="8141" h="1468" extrusionOk="0">
                <a:moveTo>
                  <a:pt x="1" y="0"/>
                </a:moveTo>
                <a:lnTo>
                  <a:pt x="1" y="1468"/>
                </a:lnTo>
                <a:lnTo>
                  <a:pt x="8140" y="1468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0" name="Google Shape;3100;p39"/>
          <p:cNvSpPr/>
          <p:nvPr/>
        </p:nvSpPr>
        <p:spPr>
          <a:xfrm>
            <a:off x="6093400" y="1908924"/>
            <a:ext cx="242431" cy="30874"/>
          </a:xfrm>
          <a:custGeom>
            <a:avLst/>
            <a:gdLst/>
            <a:ahLst/>
            <a:cxnLst/>
            <a:rect l="l" t="t" r="r" b="b"/>
            <a:pathLst>
              <a:path w="16246" h="1302" extrusionOk="0">
                <a:moveTo>
                  <a:pt x="1" y="1"/>
                </a:moveTo>
                <a:lnTo>
                  <a:pt x="1" y="1302"/>
                </a:lnTo>
                <a:lnTo>
                  <a:pt x="16245" y="1302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1" name="Google Shape;3101;p39"/>
          <p:cNvSpPr/>
          <p:nvPr/>
        </p:nvSpPr>
        <p:spPr>
          <a:xfrm>
            <a:off x="6742522" y="1886746"/>
            <a:ext cx="110921" cy="56045"/>
          </a:xfrm>
          <a:custGeom>
            <a:avLst/>
            <a:gdLst/>
            <a:ahLst/>
            <a:cxnLst/>
            <a:rect l="l" t="t" r="r" b="b"/>
            <a:pathLst>
              <a:path w="8141" h="1468" extrusionOk="0">
                <a:moveTo>
                  <a:pt x="1" y="0"/>
                </a:moveTo>
                <a:lnTo>
                  <a:pt x="1" y="1468"/>
                </a:lnTo>
                <a:lnTo>
                  <a:pt x="8140" y="1468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2" name="Google Shape;3102;p39"/>
          <p:cNvSpPr/>
          <p:nvPr/>
        </p:nvSpPr>
        <p:spPr>
          <a:xfrm>
            <a:off x="6016050" y="3368074"/>
            <a:ext cx="242431" cy="30874"/>
          </a:xfrm>
          <a:custGeom>
            <a:avLst/>
            <a:gdLst/>
            <a:ahLst/>
            <a:cxnLst/>
            <a:rect l="l" t="t" r="r" b="b"/>
            <a:pathLst>
              <a:path w="16246" h="1302" extrusionOk="0">
                <a:moveTo>
                  <a:pt x="1" y="1"/>
                </a:moveTo>
                <a:lnTo>
                  <a:pt x="1" y="1302"/>
                </a:lnTo>
                <a:lnTo>
                  <a:pt x="16245" y="1302"/>
                </a:lnTo>
                <a:lnTo>
                  <a:pt x="1624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3" name="Google Shape;3103;p39"/>
          <p:cNvSpPr/>
          <p:nvPr/>
        </p:nvSpPr>
        <p:spPr>
          <a:xfrm>
            <a:off x="3563315" y="2849046"/>
            <a:ext cx="97843" cy="65630"/>
          </a:xfrm>
          <a:custGeom>
            <a:avLst/>
            <a:gdLst/>
            <a:ahLst/>
            <a:cxnLst/>
            <a:rect l="l" t="t" r="r" b="b"/>
            <a:pathLst>
              <a:path w="8140" h="2969" extrusionOk="0">
                <a:moveTo>
                  <a:pt x="1" y="0"/>
                </a:moveTo>
                <a:lnTo>
                  <a:pt x="1" y="2969"/>
                </a:lnTo>
                <a:lnTo>
                  <a:pt x="8140" y="2969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4" name="Google Shape;3104;p39"/>
          <p:cNvSpPr/>
          <p:nvPr/>
        </p:nvSpPr>
        <p:spPr>
          <a:xfrm>
            <a:off x="4642853" y="2993800"/>
            <a:ext cx="131294" cy="34176"/>
          </a:xfrm>
          <a:custGeom>
            <a:avLst/>
            <a:gdLst/>
            <a:ahLst/>
            <a:cxnLst/>
            <a:rect l="l" t="t" r="r" b="b"/>
            <a:pathLst>
              <a:path w="8141" h="635" extrusionOk="0">
                <a:moveTo>
                  <a:pt x="1" y="0"/>
                </a:moveTo>
                <a:lnTo>
                  <a:pt x="1" y="634"/>
                </a:lnTo>
                <a:lnTo>
                  <a:pt x="8140" y="634"/>
                </a:lnTo>
                <a:lnTo>
                  <a:pt x="81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n Word Games for Virtual Meetings by Slidesgo">
  <a:themeElements>
    <a:clrScheme name="Simple Light">
      <a:dk1>
        <a:srgbClr val="434343"/>
      </a:dk1>
      <a:lt1>
        <a:srgbClr val="F3F3F3"/>
      </a:lt1>
      <a:dk2>
        <a:srgbClr val="FFB13D"/>
      </a:dk2>
      <a:lt2>
        <a:srgbClr val="00FFFF"/>
      </a:lt2>
      <a:accent1>
        <a:srgbClr val="FF6BFF"/>
      </a:accent1>
      <a:accent2>
        <a:srgbClr val="F3F3F3"/>
      </a:accent2>
      <a:accent3>
        <a:srgbClr val="D9D9D9"/>
      </a:accent3>
      <a:accent4>
        <a:srgbClr val="D9D9D9"/>
      </a:accent4>
      <a:accent5>
        <a:srgbClr val="D9D9D9"/>
      </a:accent5>
      <a:accent6>
        <a:srgbClr val="D9D9D9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756</Words>
  <Application>Microsoft Office PowerPoint</Application>
  <PresentationFormat>On-screen Show (16:9)</PresentationFormat>
  <Paragraphs>72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Roboto</vt:lpstr>
      <vt:lpstr>Montserrat</vt:lpstr>
      <vt:lpstr>Montserrat ExtraBold</vt:lpstr>
      <vt:lpstr>Signika</vt:lpstr>
      <vt:lpstr>Chau Philomene One</vt:lpstr>
      <vt:lpstr>Montserrat Medium</vt:lpstr>
      <vt:lpstr>Fun Word Games for Virtual Meetings by Slidesgo</vt:lpstr>
      <vt:lpstr>The Prisoners Dilemma</vt:lpstr>
      <vt:lpstr>03</vt:lpstr>
      <vt:lpstr>Problem Definition &amp; Constraints</vt:lpstr>
      <vt:lpstr>Definition of the Problem / Puzzle</vt:lpstr>
      <vt:lpstr>Constraints of the Problem</vt:lpstr>
      <vt:lpstr>Definition of the Problem / Puzzle</vt:lpstr>
      <vt:lpstr>Illustrative Example &amp; Intuitive Approach </vt:lpstr>
      <vt:lpstr>Illustrative Example</vt:lpstr>
      <vt:lpstr>Decision Outcome</vt:lpstr>
      <vt:lpstr>Intuitive (Non-Efficient) Solution</vt:lpstr>
      <vt:lpstr>Efficient Solution &amp; Complexity Analysis </vt:lpstr>
      <vt:lpstr>More Efficient Solution (Game Theory View)</vt:lpstr>
      <vt:lpstr>Time &amp; Space Complexity + Trade-offs</vt:lpstr>
      <vt:lpstr>Conclusions &amp; Real-world Applications  </vt:lpstr>
      <vt:lpstr>Conclusion &amp; Real-Life Applications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Prisoners Dilemma</dc:title>
  <dc:creator>HP</dc:creator>
  <cp:lastModifiedBy>itzz.lilgracie@gmail.com</cp:lastModifiedBy>
  <cp:revision>4</cp:revision>
  <dcterms:modified xsi:type="dcterms:W3CDTF">2026-01-12T23:11:07Z</dcterms:modified>
</cp:coreProperties>
</file>